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9d39ff00b4152" /><Relationship Type="http://schemas.openxmlformats.org/officeDocument/2006/relationships/extended-properties" Target="/docProps/app.xml" Id="Rd5175bab89d3429c" /><Relationship Type="http://schemas.openxmlformats.org/officeDocument/2006/relationships/officeDocument" Target="/ppt/presentation.xml" Id="Rd13d52d1768648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ad7fdb5d8f499a"/>
  </p:sldMasterIdLst>
  <p:notesMasterIdLst>
    <p:notesMasterId xmlns:r="http://schemas.openxmlformats.org/officeDocument/2006/relationships" r:id="R4d8913b32d194aa4"/>
  </p:notesMasterIdLst>
  <p:sldIdLst>
    <p:sldId xmlns:r="http://schemas.openxmlformats.org/officeDocument/2006/relationships" id="256" r:id="R00d96a022b5b40ce"/>
    <p:sldId xmlns:r="http://schemas.openxmlformats.org/officeDocument/2006/relationships" id="257" r:id="R12f86f5ee51e4374"/>
    <p:sldId xmlns:r="http://schemas.openxmlformats.org/officeDocument/2006/relationships" id="258" r:id="Rf8c0ad4ded2b4c32"/>
    <p:sldId xmlns:r="http://schemas.openxmlformats.org/officeDocument/2006/relationships" id="259" r:id="R867d56c8cea54eb7"/>
    <p:sldId xmlns:r="http://schemas.openxmlformats.org/officeDocument/2006/relationships" id="260" r:id="R1c95e3f2cd2c4cee"/>
    <p:sldId xmlns:r="http://schemas.openxmlformats.org/officeDocument/2006/relationships" id="261" r:id="R23759fc4c5144d69"/>
    <p:sldId xmlns:r="http://schemas.openxmlformats.org/officeDocument/2006/relationships" id="262" r:id="R4193913acde54f7d"/>
    <p:sldId xmlns:r="http://schemas.openxmlformats.org/officeDocument/2006/relationships" id="263" r:id="R7a35585a031b4e5c"/>
    <p:sldId xmlns:r="http://schemas.openxmlformats.org/officeDocument/2006/relationships" id="264" r:id="R1eab1a6fdb1244c1"/>
    <p:sldId xmlns:r="http://schemas.openxmlformats.org/officeDocument/2006/relationships" id="265" r:id="Rb6440ddcde9b443d"/>
    <p:sldId xmlns:r="http://schemas.openxmlformats.org/officeDocument/2006/relationships" id="266" r:id="R885e92eb11054a1e"/>
    <p:sldId xmlns:r="http://schemas.openxmlformats.org/officeDocument/2006/relationships" id="267" r:id="Raad198f98a97484f"/>
    <p:sldId xmlns:r="http://schemas.openxmlformats.org/officeDocument/2006/relationships" id="268" r:id="R7cad1a32e0d54664"/>
    <p:sldId xmlns:r="http://schemas.openxmlformats.org/officeDocument/2006/relationships" id="269" r:id="R992b6236a3bd4bb9"/>
    <p:sldId xmlns:r="http://schemas.openxmlformats.org/officeDocument/2006/relationships" id="270" r:id="R3eabdfd1d7444def"/>
    <p:sldId xmlns:r="http://schemas.openxmlformats.org/officeDocument/2006/relationships" id="271" r:id="Rff7e6061fa574bac"/>
    <p:sldId xmlns:r="http://schemas.openxmlformats.org/officeDocument/2006/relationships" id="272" r:id="Rd1928d0d56ba41dc"/>
    <p:sldId xmlns:r="http://schemas.openxmlformats.org/officeDocument/2006/relationships" id="273" r:id="R31b42122b16843b4"/>
    <p:sldId xmlns:r="http://schemas.openxmlformats.org/officeDocument/2006/relationships" id="274" r:id="R09f68d4a948640bf"/>
    <p:sldId xmlns:r="http://schemas.openxmlformats.org/officeDocument/2006/relationships" id="275" r:id="Rdd5bda6ddd3347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f35d621e034e05" /><Relationship Type="http://schemas.openxmlformats.org/officeDocument/2006/relationships/slideMaster" Target="/ppt/slideMasters/slideMaster1.xml" Id="R50ad7fdb5d8f499a" /><Relationship Type="http://schemas.openxmlformats.org/officeDocument/2006/relationships/notesMaster" Target="/ppt/notesMasters/notesMaster1.xml" Id="R4d8913b32d194aa4" /><Relationship Type="http://schemas.openxmlformats.org/officeDocument/2006/relationships/presProps" Target="/ppt/presProps.xml" Id="R9c43845ee37c43bd" /><Relationship Type="http://schemas.openxmlformats.org/officeDocument/2006/relationships/tableStyles" Target="/ppt/tableStyles.xml" Id="R2732a1a93e5b4078" /><Relationship Type="http://schemas.openxmlformats.org/officeDocument/2006/relationships/slide" Target="/ppt/slides/slide1.xml" Id="R00d96a022b5b40ce" /><Relationship Type="http://schemas.openxmlformats.org/officeDocument/2006/relationships/slide" Target="/ppt/slides/slide2.xml" Id="R12f86f5ee51e4374" /><Relationship Type="http://schemas.openxmlformats.org/officeDocument/2006/relationships/slide" Target="/ppt/slides/slide3.xml" Id="Rf8c0ad4ded2b4c32" /><Relationship Type="http://schemas.openxmlformats.org/officeDocument/2006/relationships/slide" Target="/ppt/slides/slide4.xml" Id="R867d56c8cea54eb7" /><Relationship Type="http://schemas.openxmlformats.org/officeDocument/2006/relationships/slide" Target="/ppt/slides/slide5.xml" Id="R1c95e3f2cd2c4cee" /><Relationship Type="http://schemas.openxmlformats.org/officeDocument/2006/relationships/slide" Target="/ppt/slides/slide6.xml" Id="R23759fc4c5144d69" /><Relationship Type="http://schemas.openxmlformats.org/officeDocument/2006/relationships/slide" Target="/ppt/slides/slide7.xml" Id="R4193913acde54f7d" /><Relationship Type="http://schemas.openxmlformats.org/officeDocument/2006/relationships/slide" Target="/ppt/slides/slide8.xml" Id="R7a35585a031b4e5c" /><Relationship Type="http://schemas.openxmlformats.org/officeDocument/2006/relationships/slide" Target="/ppt/slides/slide9.xml" Id="R1eab1a6fdb1244c1" /><Relationship Type="http://schemas.openxmlformats.org/officeDocument/2006/relationships/slide" Target="/ppt/slides/slide10.xml" Id="Rb6440ddcde9b443d" /><Relationship Type="http://schemas.openxmlformats.org/officeDocument/2006/relationships/slide" Target="/ppt/slides/slide11.xml" Id="R885e92eb11054a1e" /><Relationship Type="http://schemas.openxmlformats.org/officeDocument/2006/relationships/slide" Target="/ppt/slides/slide12.xml" Id="Raad198f98a97484f" /><Relationship Type="http://schemas.openxmlformats.org/officeDocument/2006/relationships/slide" Target="/ppt/slides/slide13.xml" Id="R7cad1a32e0d54664" /><Relationship Type="http://schemas.openxmlformats.org/officeDocument/2006/relationships/slide" Target="/ppt/slides/slide14.xml" Id="R992b6236a3bd4bb9" /><Relationship Type="http://schemas.openxmlformats.org/officeDocument/2006/relationships/slide" Target="/ppt/slides/slide15.xml" Id="R3eabdfd1d7444def" /><Relationship Type="http://schemas.openxmlformats.org/officeDocument/2006/relationships/slide" Target="/ppt/slides/slide16.xml" Id="Rff7e6061fa574bac" /><Relationship Type="http://schemas.openxmlformats.org/officeDocument/2006/relationships/slide" Target="/ppt/slides/slide17.xml" Id="Rd1928d0d56ba41dc" /><Relationship Type="http://schemas.openxmlformats.org/officeDocument/2006/relationships/slide" Target="/ppt/slides/slide18.xml" Id="R31b42122b16843b4" /><Relationship Type="http://schemas.openxmlformats.org/officeDocument/2006/relationships/slide" Target="/ppt/slides/slide19.xml" Id="R09f68d4a948640bf" /><Relationship Type="http://schemas.openxmlformats.org/officeDocument/2006/relationships/slide" Target="/ppt/slides/slide20.xml" Id="Rdd5bda6ddd3347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ef126414c44f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548fc19af484c" /><Relationship Type="http://schemas.openxmlformats.org/officeDocument/2006/relationships/notesMaster" Target="/ppt/notesMasters/notesMaster1.xml" Id="R6c961ecb077044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619115e59b4fd1" /><Relationship Type="http://schemas.openxmlformats.org/officeDocument/2006/relationships/notesMaster" Target="/ppt/notesMasters/notesMaster1.xml" Id="R813d3bd084314a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b7d4b29ff4e51" /><Relationship Type="http://schemas.openxmlformats.org/officeDocument/2006/relationships/notesMaster" Target="/ppt/notesMasters/notesMaster1.xml" Id="R032b3be3bcec4a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97db3151384328" /><Relationship Type="http://schemas.openxmlformats.org/officeDocument/2006/relationships/notesMaster" Target="/ppt/notesMasters/notesMaster1.xml" Id="R11c293c270ea47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a972ccb08c46e0" /><Relationship Type="http://schemas.openxmlformats.org/officeDocument/2006/relationships/notesMaster" Target="/ppt/notesMasters/notesMaster1.xml" Id="R8612c37d7ed54d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6f78976c394323" /><Relationship Type="http://schemas.openxmlformats.org/officeDocument/2006/relationships/notesMaster" Target="/ppt/notesMasters/notesMaster1.xml" Id="Rcfda101a53a747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819d124ff441d1" /><Relationship Type="http://schemas.openxmlformats.org/officeDocument/2006/relationships/notesMaster" Target="/ppt/notesMasters/notesMaster1.xml" Id="R92e433fb351b42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3a3d576bfd4e11" /><Relationship Type="http://schemas.openxmlformats.org/officeDocument/2006/relationships/notesMaster" Target="/ppt/notesMasters/notesMaster1.xml" Id="R8fb0b102eb3c43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c7664c5ead405a" /><Relationship Type="http://schemas.openxmlformats.org/officeDocument/2006/relationships/notesMaster" Target="/ppt/notesMasters/notesMaster1.xml" Id="R3f2434fa1e1d4b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ecdbc4f34b47e5" /><Relationship Type="http://schemas.openxmlformats.org/officeDocument/2006/relationships/notesMaster" Target="/ppt/notesMasters/notesMaster1.xml" Id="R235a2fd123594d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38da794b9a4134" /><Relationship Type="http://schemas.openxmlformats.org/officeDocument/2006/relationships/notesMaster" Target="/ppt/notesMasters/notesMaster1.xml" Id="R84ef2009565744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cebcb0759d4ba6" /><Relationship Type="http://schemas.openxmlformats.org/officeDocument/2006/relationships/notesMaster" Target="/ppt/notesMasters/notesMaster1.xml" Id="R52510422e6b546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ff838864a14996" /><Relationship Type="http://schemas.openxmlformats.org/officeDocument/2006/relationships/notesMaster" Target="/ppt/notesMasters/notesMaster1.xml" Id="R60e4741b071047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c535e665224b8c" /><Relationship Type="http://schemas.openxmlformats.org/officeDocument/2006/relationships/notesMaster" Target="/ppt/notesMasters/notesMaster1.xml" Id="R3b8ca39fb5dc4b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32a281b76b4f43" /><Relationship Type="http://schemas.openxmlformats.org/officeDocument/2006/relationships/notesMaster" Target="/ppt/notesMasters/notesMaster1.xml" Id="Ra3ebd2b1cbf244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e6d774ee914e2e" /><Relationship Type="http://schemas.openxmlformats.org/officeDocument/2006/relationships/notesMaster" Target="/ppt/notesMasters/notesMaster1.xml" Id="R1fc512bb2aea4e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36a165940f488b" /><Relationship Type="http://schemas.openxmlformats.org/officeDocument/2006/relationships/notesMaster" Target="/ppt/notesMasters/notesMaster1.xml" Id="R71949b8be25741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903dcc673f4764" /><Relationship Type="http://schemas.openxmlformats.org/officeDocument/2006/relationships/notesMaster" Target="/ppt/notesMasters/notesMaster1.xml" Id="R695ff0cc9caa4a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10bb5726b2c4ea6" /><Relationship Type="http://schemas.openxmlformats.org/officeDocument/2006/relationships/notesMaster" Target="/ppt/notesMasters/notesMaster1.xml" Id="Rf29af904bce446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8519c8fce741cb" /><Relationship Type="http://schemas.openxmlformats.org/officeDocument/2006/relationships/notesMaster" Target="/ppt/notesMasters/notesMaster1.xml" Id="Rf4f47aff73cd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analiza e kodit lokal në Product_Feature_Analysis.md. Foto origjinale e gjeneruar me AI, skenë ilustruese. Logoja e FC 2 Korrikut është identitet shembull i klubit, jo markë produkti e konfirmuar.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Situata për diskutim me klientin, jo pretendime universale. Pyetni si menaxhohet sot regjistrimi, pagesa dhe komunikimi. Foto origjinale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Controllers, Services, ApplicationDbContext. Përfitimet janë cilësore, jo kursime të matura.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lidhjet e ApplicationDbContext, Student, Payment, DevelopmentRecord, CareAssignment. Sponsorizimet kanë regjistër financiar të ndarë. Diagram konceptual funksional, jo skemë databaze.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ClubSettings, Teams, Students, Tariffs, Attendance, Reports. Rendi është propozim operimi bazuar në modulet ekzistuese.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StudentWorkflowService.RegisterFamilyAsync, FamilyService, ParentLinksController. Linku i portalit krijohet nga personeli i autorizuar; nuk pretendohet dërgim automatik SMS.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Pamje e ndërfaqes origjinale Views/Coaches/RoleChoice.cshtml, renderuar në host të izoluar. Burimi i rrjedhës: AttendanceService. Nuk u përdor databaza e klubit.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DevelopmentSections, PlayerDevelopmentService, ParentProgressService. Fushat përfshijnë teknikë, taktikë, portier, ndeshje, ngarkesë dhe matje. Vetëm pjesa e lejuar publikohet te prindi. Nuk pretendohet vlerësim automatik i talentit.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BankPaymentsController.Review, BankVerificationService.Distribution. Pagesa bankare nuk është integrim automatik me bankën. Ndarja sipas detyrimeve dhe teprica varen nga rasti/lloji i pagesës dhe validimet e sistemit.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InventoryService, IssueService, PersonalTrainingService, FieldService. Lidhjet janë specifike për secilin shërbim; rezervimi privat mund të mos ketë lojtar.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SponsorshipService, SponsorshipsController. Qasje Super Admin. Shembull ilustrues nga kërkesa e përdoruesit: pagat 20000, mbuluar 2000, mbetur 18000. Nuk është rezultat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CareReferralsController, PlayerCareService, AttendanceService, CoachMenuService, NutritionMenuService. Menu AI kërkon konfigurim; drafti publikohet pas aprovimit. Kufizimi mjekësor Unavailable ndalon prezencën, nuk skadon automatikisht nga ReviewDate.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ParentPortalController/Service, ParentAccessService, ParentProgressService. Foto AI ilustruese. Njoftimet kërkojnë konfigurimin dhe pëlqimin e pajisjes.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MonthlyBillingWorker (cikël 15 minuta), ParentAutomationService, ParentPushWorker, NutritionDraftWorker, MenuNotificationService. Kujtesat nuk garantojnë lexim. Detyrimet nuk shlyhen vetëm nga shënimi i pagesës në pritje.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Models/ApplicationUser.cs Roles dhe Authorize në kontrollues. SuperAdmin mban edhe Admin; sponsorizimet kërkojnë SuperAdmin. Nuk ka rol të veçantë Menaxher. Prindi hyn me token; kjo nuk është llogari administrative.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CoachActivityService, Views/Reports/CoachActivity. Screenshot i pamjes origjinale me modele sintetike. 1 regjistrim unik = 1 pikë. Numri i ekipeve/lojtarëve ndikon; nuk është matës i cilësisë së trajnerit.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Këto janë përfitime të mundshme të arsyetuara nga funksionet; nuk janë rezultate të matura. Përdorni provën për të matur kohën e regjistrimit, sqarimet me prindin dhe kontrollet financiare.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Diferencues produkti të verifikuar nga kodi, jo pretendime ekskluziviteti ndaj konkurrentëve. Nuk ka studim tregu apo krahasim konkurrues në këtë prezantim.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Rend i propozuar, jo angazhim kontraktual. Nuk është verifikuar import automatik ose izolim multi-tenant. Konfirmoni vendosjen, migrimin, mbështetjen, çmimin dhe afatet para ofertës.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Mbyllja: kërkoni takim për demonstrim të një rrjedhe të zgjedhur nga klubi. Plotësoni emrin, telefonin dhe emailin përpara dërgimit. Foto AI, përdorur përsëri si sfond i kapakut sipas identitetit të deck-ut.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72d7b4ef344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2a79a5e3646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2bc2fdecf4a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e9015049f44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1c388a65146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5ab013e8942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8440FD-877E-4236-B8AD-FD68B8780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B4AA68-27C8-4D21-A29C-33A7D2A07A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997CCF-2C51-4DB1-A5C5-EF4CA609C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78AA2F-90DB-47A4-8D4A-DF62B36FD4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AEB0A4-E6C5-4DB1-809E-B28CC72CE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B03A69-91F9-43B4-9AAC-465F482C1F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AD8B3F-B87C-4221-96E8-377DBF0E61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98E32A-0322-4FFC-A2FA-F11DCE0AC7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C3C950-2E99-4732-8761-80DC6A38E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A3416F-A7A4-490B-B1E1-DADF8FDE35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04775274e043d0" /><Relationship Type="http://schemas.openxmlformats.org/officeDocument/2006/relationships/slideLayout" Target="/ppt/slideLayouts/slideLayout1.xml" Id="Refecb965684f4253" /><Relationship Type="http://schemas.openxmlformats.org/officeDocument/2006/relationships/slideLayout" Target="/ppt/slideLayouts/slideLayout2.xml" Id="R96c8f2af4eaa4644" /><Relationship Type="http://schemas.openxmlformats.org/officeDocument/2006/relationships/slideLayout" Target="/ppt/slideLayouts/slideLayout3.xml" Id="R504db98b80d94ad2" /><Relationship Type="http://schemas.openxmlformats.org/officeDocument/2006/relationships/slideLayout" Target="/ppt/slideLayouts/slideLayout4.xml" Id="Raf41e0aa538f4fd5" /><Relationship Type="http://schemas.openxmlformats.org/officeDocument/2006/relationships/slideLayout" Target="/ppt/slideLayouts/slideLayout5.xml" Id="R3c3477481f574a1b" /><Relationship Type="http://schemas.openxmlformats.org/officeDocument/2006/relationships/slideLayout" Target="/ppt/slideLayouts/slideLayout6.xml" Id="Ra415032da4ff45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ecb965684f4253"/>
    <p:sldLayoutId xmlns:r="http://schemas.openxmlformats.org/officeDocument/2006/relationships" id="2147483650" r:id="R96c8f2af4eaa4644"/>
    <p:sldLayoutId xmlns:r="http://schemas.openxmlformats.org/officeDocument/2006/relationships" id="2147483651" r:id="R504db98b80d94ad2"/>
    <p:sldLayoutId xmlns:r="http://schemas.openxmlformats.org/officeDocument/2006/relationships" id="2147483652" r:id="Raf41e0aa538f4fd5"/>
    <p:sldLayoutId xmlns:r="http://schemas.openxmlformats.org/officeDocument/2006/relationships" id="2147483653" r:id="R3c3477481f574a1b"/>
    <p:sldLayoutId xmlns:r="http://schemas.openxmlformats.org/officeDocument/2006/relationships" id="2147483654" r:id="Ra415032da4ff45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5d4046b2f46f0" /><Relationship Type="http://schemas.openxmlformats.org/officeDocument/2006/relationships/image" Target="/ppt/media/image.png" Id="R5af5405c52fd4b2b" /><Relationship Type="http://schemas.openxmlformats.org/officeDocument/2006/relationships/image" Target="/ppt/media/image2.png" Id="R906110a11e8b4708" /><Relationship Type="http://schemas.openxmlformats.org/officeDocument/2006/relationships/image" Target="/ppt/media/image.svg" Id="R8bb444bd292342fd" /><Relationship Type="http://schemas.openxmlformats.org/officeDocument/2006/relationships/notesSlide" Target="/ppt/notesSlides/notesSlide1.xml" Id="R2c4c4ec7b13f4a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b4e6a1e644532" /><Relationship Type="http://schemas.openxmlformats.org/officeDocument/2006/relationships/image" Target="/ppt/media/image3.png" Id="R1c1e05e2860d4ac4" /><Relationship Type="http://schemas.openxmlformats.org/officeDocument/2006/relationships/notesSlide" Target="/ppt/notesSlides/notesSlide2.xml" Id="Rc859ba72dbfa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6474f9e9c48cf" /><Relationship Type="http://schemas.openxmlformats.org/officeDocument/2006/relationships/image" Target="/ppt/media/image4.png" Id="R7b7f167cc9a0448f" /><Relationship Type="http://schemas.openxmlformats.org/officeDocument/2006/relationships/image" Target="/ppt/media/image2.svg" Id="R504c4f795a674a18" /><Relationship Type="http://schemas.openxmlformats.org/officeDocument/2006/relationships/image" Target="/ppt/media/image5.png" Id="R986ebd6d2fcb4443" /><Relationship Type="http://schemas.openxmlformats.org/officeDocument/2006/relationships/image" Target="/ppt/media/image3.svg" Id="Re6c751d51d7944da" /><Relationship Type="http://schemas.openxmlformats.org/officeDocument/2006/relationships/image" Target="/ppt/media/image6.png" Id="R2142f9d659294a0b" /><Relationship Type="http://schemas.openxmlformats.org/officeDocument/2006/relationships/image" Target="/ppt/media/image4.svg" Id="R1f18d1abb0a84a3b" /><Relationship Type="http://schemas.openxmlformats.org/officeDocument/2006/relationships/image" Target="/ppt/media/image7.png" Id="R5db463c5bee047e2" /><Relationship Type="http://schemas.openxmlformats.org/officeDocument/2006/relationships/image" Target="/ppt/media/image5.svg" Id="Rc354be6e72b142c3" /><Relationship Type="http://schemas.openxmlformats.org/officeDocument/2006/relationships/notesSlide" Target="/ppt/notesSlides/notesSlide3.xml" Id="R854fb1323fa540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d1bd16fb84436" /><Relationship Type="http://schemas.openxmlformats.org/officeDocument/2006/relationships/notesSlide" Target="/ppt/notesSlides/notesSlide4.xml" Id="R685daabad74c49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3293c4d59496e" /><Relationship Type="http://schemas.openxmlformats.org/officeDocument/2006/relationships/notesSlide" Target="/ppt/notesSlides/notesSlide5.xml" Id="R17ca07cae16843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e6b13119f4670" /><Relationship Type="http://schemas.openxmlformats.org/officeDocument/2006/relationships/notesSlide" Target="/ppt/notesSlides/notesSlide6.xml" Id="Rc9bcfc0c0c8545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751085f5b4c0f" /><Relationship Type="http://schemas.openxmlformats.org/officeDocument/2006/relationships/image" Target="/ppt/media/image8.png" Id="R20d746c3284a4346" /><Relationship Type="http://schemas.openxmlformats.org/officeDocument/2006/relationships/notesSlide" Target="/ppt/notesSlides/notesSlide7.xml" Id="Re09a40d99c6241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cda7b3e6f419e" /><Relationship Type="http://schemas.openxmlformats.org/officeDocument/2006/relationships/notesSlide" Target="/ppt/notesSlides/notesSlide8.xml" Id="R2700c54683b342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31481ce65c4321" /><Relationship Type="http://schemas.openxmlformats.org/officeDocument/2006/relationships/notesSlide" Target="/ppt/notesSlides/notesSlide9.xml" Id="Rd1c3972f8b1644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91046d481429b" /><Relationship Type="http://schemas.openxmlformats.org/officeDocument/2006/relationships/notesSlide" Target="/ppt/notesSlides/notesSlide10.xml" Id="R6013894cfbc146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ecdc01ead4d92" /><Relationship Type="http://schemas.openxmlformats.org/officeDocument/2006/relationships/notesSlide" Target="/ppt/notesSlides/notesSlide11.xml" Id="Rbc1982d4f26442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de972208f4443" /><Relationship Type="http://schemas.openxmlformats.org/officeDocument/2006/relationships/notesSlide" Target="/ppt/notesSlides/notesSlide12.xml" Id="R2781b3e8e1f244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bab3447fc4a20" /><Relationship Type="http://schemas.openxmlformats.org/officeDocument/2006/relationships/image" Target="/ppt/media/image9.png" Id="Rc467587673e845a7" /><Relationship Type="http://schemas.openxmlformats.org/officeDocument/2006/relationships/notesSlide" Target="/ppt/notesSlides/notesSlide13.xml" Id="R19fa25407bdf47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1af22229e4571" /><Relationship Type="http://schemas.openxmlformats.org/officeDocument/2006/relationships/notesSlide" Target="/ppt/notesSlides/notesSlide14.xml" Id="R24ae7994861c49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2f1334cc84c3f" /><Relationship Type="http://schemas.openxmlformats.org/officeDocument/2006/relationships/notesSlide" Target="/ppt/notesSlides/notesSlide15.xml" Id="R3e403c745ac345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d68f5f93e499d" /><Relationship Type="http://schemas.openxmlformats.org/officeDocument/2006/relationships/image" Target="/ppt/media/image10.png" Id="Rf563956be27c4297" /><Relationship Type="http://schemas.openxmlformats.org/officeDocument/2006/relationships/notesSlide" Target="/ppt/notesSlides/notesSlide16.xml" Id="R703533fd026c48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795ad898c4646" /><Relationship Type="http://schemas.openxmlformats.org/officeDocument/2006/relationships/notesSlide" Target="/ppt/notesSlides/notesSlide17.xml" Id="R085d3c109ca147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15de498a84ec8" /><Relationship Type="http://schemas.openxmlformats.org/officeDocument/2006/relationships/notesSlide" Target="/ppt/notesSlides/notesSlide18.xml" Id="R5c94fee8594e41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7dbe8ae354e50" /><Relationship Type="http://schemas.openxmlformats.org/officeDocument/2006/relationships/notesSlide" Target="/ppt/notesSlides/notesSlide19.xml" Id="R929739d8bcbf49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4283e1ba7489b" /><Relationship Type="http://schemas.openxmlformats.org/officeDocument/2006/relationships/image" Target="/ppt/media/image11.png" Id="R04002880d10c4d3e" /><Relationship Type="http://schemas.openxmlformats.org/officeDocument/2006/relationships/notesSlide" Target="/ppt/notesSlides/notesSlide20.xml" Id="Rc103f507d48242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AF3BFECD-F1B6-4437-827E-6630AEFA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DAEC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9CAF2-F211-43AA-9638-3391B46A91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5405c52fd4b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1C045-B855-41C3-B0B5-31691D2E4E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110a11e8b4708">
            <a:extLst>
              <a:ext uri="{96DAC541-7B7A-43D3-8B79-37D633B846F1}">
                <asvg:svgBlip xmlns:asvg="http://schemas.microsoft.com/office/drawing/2016/SVG/main" r:embed="R8bb444bd292342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19100"/>
            <a:ext cx="666750" cy="800100"/>
          </a:xfrm>
          <a:prstGeom xmlns:a="http://schemas.openxmlformats.org/drawingml/2006/main" prst="rect">
            <a:avLst/>
          </a:prstGeom>
        </p:spPr>
      </p:pic>
      <p:sp>
        <p:nvSpPr>
          <p:cNvPr id="4" name="PLATFORMË PËR KLUBE FUTBOLLI">
            <a:extLst xmlns:a="http://schemas.openxmlformats.org/drawingml/2006/main">
              <a:ext uri="{FF2B5EF4-FFF2-40B4-BE49-F238E27FC236}">
                <a16:creationId xmlns:a16="http://schemas.microsoft.com/office/drawing/2014/main" id="{77A4CF8C-5B0A-44B6-AE7D-076C8BE3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3817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CE4F"/>
                </a:solidFill>
                <a:latin typeface="Aptos"/>
                <a:ea typeface="Aptos"/>
                <a:cs typeface="Aptos"/>
              </a:rPr>
              <a:t>PLATFORMË PËR KLUBE FUTBOLLI</a:t>
            </a:r>
          </a:p>
        </p:txBody>
      </p:sp>
      <p:sp>
        <p:nvSpPr>
          <p:cNvPr id="5" name="Klubi juaj.&#10;Puna e lidhur.">
            <a:extLst xmlns:a="http://schemas.openxmlformats.org/drawingml/2006/main">
              <a:ext uri="{FF2B5EF4-FFF2-40B4-BE49-F238E27FC236}">
                <a16:creationId xmlns:a16="http://schemas.microsoft.com/office/drawing/2014/main" id="{612448EB-2B0B-4882-9BDB-E487A79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Klubi juaj.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Puna e lidhur.</a:t>
            </a:r>
          </a:p>
        </p:txBody>
      </p:sp>
      <p:sp>
        <p:nvSpPr>
          <p:cNvPr id="6" name="Lojtarët, financat dhe stafi&#10;në një plat">
            <a:extLst xmlns:a="http://schemas.openxmlformats.org/drawingml/2006/main">
              <a:ext uri="{FF2B5EF4-FFF2-40B4-BE49-F238E27FC236}">
                <a16:creationId xmlns:a16="http://schemas.microsoft.com/office/drawing/2014/main" id="{48972D5C-9EEE-47CD-ACA7-73F21593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defPPr>
            <a:lvl1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1pPr>
            <a:lvl2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2pPr>
            <a:lvl3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3pPr>
            <a:lvl4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4pPr>
            <a:lvl5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5pPr>
            <a:lvl6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6pPr>
            <a:lvl7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7pPr>
            <a:lvl8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8pPr>
            <a:lvl9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E4EBF2"/>
                </a:solidFill>
                <a:latin typeface="Aptos"/>
                <a:ea typeface="Aptos"/>
                <a:cs typeface="Aptos"/>
              </a:rPr>
              <a:t>Lojtarët, financat dhe stafi</a:t>
            </a:r>
          </a:p>
          <a:p xmlns:a="http://schemas.openxmlformats.org/drawingml/2006/main">
            <a: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E4EBF2"/>
                </a:solidFill>
                <a:latin typeface="Aptos"/>
                <a:ea typeface="Aptos"/>
                <a:cs typeface="Aptos"/>
              </a:rPr>
              <a:t>në një platformë.</a:t>
            </a:r>
          </a:p>
        </p:txBody>
      </p:sp>
      <p:sp>
        <p:nvSpPr>
          <p:cNvPr id="7" name="Identitet i konfigurueshëm për klubin tu">
            <a:extLst xmlns:a="http://schemas.openxmlformats.org/drawingml/2006/main">
              <a:ext uri="{FF2B5EF4-FFF2-40B4-BE49-F238E27FC236}">
                <a16:creationId xmlns:a16="http://schemas.microsoft.com/office/drawing/2014/main" id="{B083BDAA-D342-424A-B932-60673D5E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D8E5"/>
                </a:solidFill>
                <a:latin typeface="Aptos"/>
                <a:ea typeface="Aptos"/>
                <a:cs typeface="Aptos"/>
              </a:rPr>
              <a:t>Identitet i konfigurueshëm për klubin tuaj</a:t>
            </a:r>
          </a:p>
        </p:txBody>
      </p:sp>
    </p:spTree>
    <p:extLst>
      <p:ext uri="{BB962C8B-B14F-4D97-AF65-F5344CB8AC3E}">
        <p14:creationId xmlns:p14="http://schemas.microsoft.com/office/powerpoint/2010/main" val="2142411864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Informacioni i shpërndarë&#10;e ngadalëson k">
            <a:extLst xmlns:a="http://schemas.openxmlformats.org/drawingml/2006/main">
              <a:ext uri="{FF2B5EF4-FFF2-40B4-BE49-F238E27FC236}">
                <a16:creationId xmlns:a16="http://schemas.microsoft.com/office/drawing/2014/main" id="{A22C1048-2C97-4B7C-8B5A-FE8EA7E9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Informacioni i shpërndarë</a:t>
            </a:r>
          </a:p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e ngadalëson klubin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38705FD0-D0E5-414F-ACCB-10306F58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C374F-557E-413A-84C7-4AE2228AB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e05e2860d4ac4"/>
          <a:srcRect xmlns:a="http://schemas.openxmlformats.org/drawingml/2006/main" l="25000" t="0" r="0" b="0"/>
          <a:stretch xmlns:a="http://schemas.openxmlformats.org/drawingml/2006/main"/>
        </p:blipFill>
        <p:spPr>
          <a:xfrm xmlns:a="http://schemas.openxmlformats.org/drawingml/2006/main">
            <a:off x="6000750" y="1905000"/>
            <a:ext cx="558165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Lista të ndara">
            <a:extLst xmlns:a="http://schemas.openxmlformats.org/drawingml/2006/main">
              <a:ext uri="{FF2B5EF4-FFF2-40B4-BE49-F238E27FC236}">
                <a16:creationId xmlns:a16="http://schemas.microsoft.com/office/drawing/2014/main" id="{C75897D1-EF1B-46CB-AEE7-C6273867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Lista të ndara</a:t>
            </a:r>
          </a:p>
        </p:txBody>
      </p:sp>
      <p:sp>
        <p:nvSpPr>
          <p:cNvPr id="5" name="Kërkim i të njëjtit informacion&#10;në disa ">
            <a:extLst xmlns:a="http://schemas.openxmlformats.org/drawingml/2006/main">
              <a:ext uri="{FF2B5EF4-FFF2-40B4-BE49-F238E27FC236}">
                <a16:creationId xmlns:a16="http://schemas.microsoft.com/office/drawing/2014/main" id="{CBEDD071-DB43-4153-BB36-0C0A604D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Kërkim i të njëjtit informacion</a:t>
            </a:r>
          </a:p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në disa vende.</a:t>
            </a:r>
          </a:p>
        </p:txBody>
      </p:sp>
      <p:sp>
        <p:nvSpPr>
          <p:cNvPr id="6" name="Vendime pa pamje të plotë">
            <a:extLst xmlns:a="http://schemas.openxmlformats.org/drawingml/2006/main">
              <a:ext uri="{FF2B5EF4-FFF2-40B4-BE49-F238E27FC236}">
                <a16:creationId xmlns:a16="http://schemas.microsoft.com/office/drawing/2014/main" id="{1A4BC72F-A51F-499B-BEB4-286842FD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24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Vendime pa pamje të plotë</a:t>
            </a:r>
          </a:p>
        </p:txBody>
      </p:sp>
      <p:sp>
        <p:nvSpPr>
          <p:cNvPr id="7" name="Stafi dhe drejtuesi duhet&#10;të krahasojnë ">
            <a:extLst xmlns:a="http://schemas.openxmlformats.org/drawingml/2006/main">
              <a:ext uri="{FF2B5EF4-FFF2-40B4-BE49-F238E27FC236}">
                <a16:creationId xmlns:a16="http://schemas.microsoft.com/office/drawing/2014/main" id="{CB07529D-5421-46A9-9CFE-BCFD32BB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14925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Stafi dhe drejtuesi duhet</a:t>
            </a:r>
          </a:p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të krahasojnë shënimet.</a:t>
            </a:r>
          </a:p>
        </p:txBody>
      </p:sp>
    </p:spTree>
    <p:extLst>
      <p:ext uri="{BB962C8B-B14F-4D97-AF65-F5344CB8AC3E}">
        <p14:creationId xmlns:p14="http://schemas.microsoft.com/office/powerpoint/2010/main" val="1237620962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Një platformë për punën e përditshme">
            <a:extLst xmlns:a="http://schemas.openxmlformats.org/drawingml/2006/main">
              <a:ext uri="{FF2B5EF4-FFF2-40B4-BE49-F238E27FC236}">
                <a16:creationId xmlns:a16="http://schemas.microsoft.com/office/drawing/2014/main" id="{26A65AB8-7D15-4840-B295-8E650EB4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Një platformë për punën e përditshme</a:t>
            </a:r>
          </a:p>
        </p:txBody>
      </p:sp>
      <p:sp>
        <p:nvSpPr>
          <p:cNvPr id="2" name="Lidh administratën me punën sportive dhe">
            <a:extLst xmlns:a="http://schemas.openxmlformats.org/drawingml/2006/main">
              <a:ext uri="{FF2B5EF4-FFF2-40B4-BE49-F238E27FC236}">
                <a16:creationId xmlns:a16="http://schemas.microsoft.com/office/drawing/2014/main" id="{8B102625-1D2A-4EEB-80F5-6C3413DC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Lidh administratën me punën sportive dhe prindin.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B4921D89-F6E6-495C-8A2A-B53FD60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F3FE5-E75E-4774-B5AD-6F7DA76105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f167cc9a0448f">
            <a:extLst>
              <a:ext uri="{96DAC541-7B7A-43D3-8B79-37D633B846F1}">
                <asvg:svgBlip xmlns:asvg="http://schemas.microsoft.com/office/drawing/2016/SVG/main" r:embed="R504c4f795a674a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23812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Lojtarët">
            <a:extLst xmlns:a="http://schemas.openxmlformats.org/drawingml/2006/main">
              <a:ext uri="{FF2B5EF4-FFF2-40B4-BE49-F238E27FC236}">
                <a16:creationId xmlns:a16="http://schemas.microsoft.com/office/drawing/2014/main" id="{3F53CE3B-E378-45E9-978F-1B5F8830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Lojtarët</a:t>
            </a:r>
          </a:p>
        </p:txBody>
      </p:sp>
      <p:sp>
        <p:nvSpPr>
          <p:cNvPr id="6" name="Kartelë, ekip dhe familje">
            <a:extLst xmlns:a="http://schemas.openxmlformats.org/drawingml/2006/main">
              <a:ext uri="{FF2B5EF4-FFF2-40B4-BE49-F238E27FC236}">
                <a16:creationId xmlns:a16="http://schemas.microsoft.com/office/drawing/2014/main" id="{BA7B88CD-6BD7-4562-B2A7-7438C452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Kartelë, ekip dhe familje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3B93E-0010-42F5-B03C-08A481EB41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ebd6d2fcb4443">
            <a:extLst>
              <a:ext uri="{96DAC541-7B7A-43D3-8B79-37D633B846F1}">
                <asvg:svgBlip xmlns:asvg="http://schemas.microsoft.com/office/drawing/2016/SVG/main" r:embed="Re6c751d51d7944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23812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8" name="Puna sportive">
            <a:extLst xmlns:a="http://schemas.openxmlformats.org/drawingml/2006/main">
              <a:ext uri="{FF2B5EF4-FFF2-40B4-BE49-F238E27FC236}">
                <a16:creationId xmlns:a16="http://schemas.microsoft.com/office/drawing/2014/main" id="{C4854459-73BE-41C4-BC4D-D1AEB372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Puna sportive</a:t>
            </a:r>
          </a:p>
        </p:txBody>
      </p:sp>
      <p:sp>
        <p:nvSpPr>
          <p:cNvPr id="9" name="Prezencë dhe zhvillim">
            <a:extLst xmlns:a="http://schemas.openxmlformats.org/drawingml/2006/main">
              <a:ext uri="{FF2B5EF4-FFF2-40B4-BE49-F238E27FC236}">
                <a16:creationId xmlns:a16="http://schemas.microsoft.com/office/drawing/2014/main" id="{63A866FE-1A19-417C-ABCC-E04605B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Prezencë dhe zhvillim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FA277-603D-4711-8330-EAF259A05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2f9d659294a0b">
            <a:extLst>
              <a:ext uri="{96DAC541-7B7A-43D3-8B79-37D633B846F1}">
                <asvg:svgBlip xmlns:asvg="http://schemas.microsoft.com/office/drawing/2016/SVG/main" r:embed="R1f18d1abb0a84a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1" name="Financat">
            <a:extLst xmlns:a="http://schemas.openxmlformats.org/drawingml/2006/main">
              <a:ext uri="{FF2B5EF4-FFF2-40B4-BE49-F238E27FC236}">
                <a16:creationId xmlns:a16="http://schemas.microsoft.com/office/drawing/2014/main" id="{9EFFBEE6-FC6D-476E-A3EE-27F0672F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Financat</a:t>
            </a:r>
          </a:p>
        </p:txBody>
      </p:sp>
      <p:sp>
        <p:nvSpPr>
          <p:cNvPr id="12" name="Detyrime, arkëtime dhe sponsorë">
            <a:extLst xmlns:a="http://schemas.openxmlformats.org/drawingml/2006/main">
              <a:ext uri="{FF2B5EF4-FFF2-40B4-BE49-F238E27FC236}">
                <a16:creationId xmlns:a16="http://schemas.microsoft.com/office/drawing/2014/main" id="{C9D95FF7-734D-42B4-AFA3-F57E2058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Detyrime, arkëtime dhe sponsorë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169FB-6DE0-4893-AE9F-31870C8F6F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463c5bee047e2">
            <a:extLst>
              <a:ext uri="{96DAC541-7B7A-43D3-8B79-37D633B846F1}">
                <asvg:svgBlip xmlns:asvg="http://schemas.microsoft.com/office/drawing/2016/SVG/main" r:embed="Rc354be6e72b142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400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4" name="Komunikimi">
            <a:extLst xmlns:a="http://schemas.openxmlformats.org/drawingml/2006/main">
              <a:ext uri="{FF2B5EF4-FFF2-40B4-BE49-F238E27FC236}">
                <a16:creationId xmlns:a16="http://schemas.microsoft.com/office/drawing/2014/main" id="{59C14FDF-1359-426B-8C75-B178E486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00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Komunikimi</a:t>
            </a:r>
          </a:p>
        </p:txBody>
      </p:sp>
      <p:sp>
        <p:nvSpPr>
          <p:cNvPr id="15" name="Portal familjar dhe njoftime">
            <a:extLst xmlns:a="http://schemas.openxmlformats.org/drawingml/2006/main">
              <a:ext uri="{FF2B5EF4-FFF2-40B4-BE49-F238E27FC236}">
                <a16:creationId xmlns:a16="http://schemas.microsoft.com/office/drawing/2014/main" id="{28B5E24C-45B3-48EE-A103-A26F1634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Portal familjar dhe njoftime</a:t>
            </a:r>
          </a:p>
        </p:txBody>
      </p:sp>
    </p:spTree>
    <p:extLst>
      <p:ext uri="{BB962C8B-B14F-4D97-AF65-F5344CB8AC3E}">
        <p14:creationId xmlns:p14="http://schemas.microsoft.com/office/powerpoint/2010/main" val="237561712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12B7B-5427-4D5A-8C62-28A0BAC83E2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4314825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0B18F-AD58-41B2-BEFF-62AF22640DB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62875" y="3752850"/>
            <a:ext cx="962025" cy="866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BC4EC-A208-4ACE-896E-2425315951B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762875" y="2809875"/>
            <a:ext cx="962025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E8DC9-A985-4A74-A39E-330D8465E63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467100" y="3752850"/>
            <a:ext cx="962025" cy="866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DCF2F-2F0B-477C-BD5A-5FE23752EF1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809875"/>
            <a:ext cx="962025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6" name="Si lidhen modulet">
            <a:extLst xmlns:a="http://schemas.openxmlformats.org/drawingml/2006/main">
              <a:ext uri="{FF2B5EF4-FFF2-40B4-BE49-F238E27FC236}">
                <a16:creationId xmlns:a16="http://schemas.microsoft.com/office/drawing/2014/main" id="{CD379E26-BAC5-4546-A20A-714BD9C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Si lidhen modulet</a:t>
            </a:r>
          </a:p>
        </p:txBody>
      </p:sp>
      <p:sp>
        <p:nvSpPr>
          <p:cNvPr id="2" name="Lojtari është pika e përbashkët e proces">
            <a:extLst xmlns:a="http://schemas.openxmlformats.org/drawingml/2006/main">
              <a:ext uri="{FF2B5EF4-FFF2-40B4-BE49-F238E27FC236}">
                <a16:creationId xmlns:a16="http://schemas.microsoft.com/office/drawing/2014/main" id="{089ECBF1-AD9B-44DF-B683-1144FDF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Lojtari është pika e përbashkët e proceseve.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7DD29295-77AE-4FB0-B917-EB7CAC03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64A8B-213C-4E98-B7A2-52FB690D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90875"/>
            <a:ext cx="3333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LOJTARI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Kartela dhe familja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3E319-E9D9-42D6-B158-11030247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Ekipi dhe orari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279B8-8B22-435A-9715-207FF818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Prezenca / zhvillimi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F60AA-9A4F-4A2C-AC5D-8A605FF0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33625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Pagesat / rekuizitat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48060-5EF2-45B2-82B3-B65C3EB1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43375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Mjeku / nutricisti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B6E0A-56F9-4315-B154-A2D35A37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Portali i prindit</a:t>
            </a:r>
          </a:p>
        </p:txBody>
      </p:sp>
      <p:sp>
        <p:nvSpPr>
          <p:cNvPr id="15" name="Sponsorizime dhe arka: buxhete e raporte">
            <a:extLst xmlns:a="http://schemas.openxmlformats.org/drawingml/2006/main">
              <a:ext uri="{FF2B5EF4-FFF2-40B4-BE49-F238E27FC236}">
                <a16:creationId xmlns:a16="http://schemas.microsoft.com/office/drawing/2014/main" id="{D92022BE-7E52-48E9-AB9C-825F2767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Sponsorizime dhe arka: buxhete e raporte të veçanta për drejtuesin.</a:t>
            </a:r>
          </a:p>
        </p:txBody>
      </p:sp>
    </p:spTree>
    <p:extLst>
      <p:ext uri="{BB962C8B-B14F-4D97-AF65-F5344CB8AC3E}">
        <p14:creationId xmlns:p14="http://schemas.microsoft.com/office/powerpoint/2010/main" val="411560638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B1624-A54B-4A7D-9D2B-65A54C68C2D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15450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B73A2-C9C4-4DA6-A5D6-0BA3CC6E99D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48500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3D446-1E08-4E02-AE74-D8643F88638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81550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581E8-BB79-4D7D-B451-F1A2798267B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14600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4" name="Rrjedha e klubit në platformë">
            <a:extLst xmlns:a="http://schemas.openxmlformats.org/drawingml/2006/main">
              <a:ext uri="{FF2B5EF4-FFF2-40B4-BE49-F238E27FC236}">
                <a16:creationId xmlns:a16="http://schemas.microsoft.com/office/drawing/2014/main" id="{86F978F9-98D5-4499-9B58-78C3166D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Rrjedha e klubit në platformë</a:t>
            </a:r>
          </a:p>
        </p:txBody>
      </p:sp>
      <p:sp>
        <p:nvSpPr>
          <p:cNvPr id="2" name="Nga konfigurimi te informacioni për vend">
            <a:extLst xmlns:a="http://schemas.openxmlformats.org/drawingml/2006/main">
              <a:ext uri="{FF2B5EF4-FFF2-40B4-BE49-F238E27FC236}">
                <a16:creationId xmlns:a16="http://schemas.microsoft.com/office/drawing/2014/main" id="{51949A70-9F3E-4C66-8CF1-314BF9C0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Nga konfigurimi te informacioni për vendimmarrje.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0E3E9F7C-9120-44DA-A758-608E9615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2FDF0-DD50-4C8F-9255-58981F32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905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Klubi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stafi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252AF-8A56-4C7C-943A-2D36AD3F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905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Ekipet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tarifat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E2E8E-9D0D-49BE-A2B0-704D4802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905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Lojtarët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familjet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FD7DB-1A4E-49A7-BD69-746451BE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1905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Puna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e përditshme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42D92-4C43-4A83-8DB0-AD33C119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905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Raportet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 drejtuesit</a:t>
            </a:r>
          </a:p>
        </p:txBody>
      </p:sp>
      <p:sp>
        <p:nvSpPr>
          <p:cNvPr id="13" name="Të dhënat e regjistruara ushqejnë proces">
            <a:extLst xmlns:a="http://schemas.openxmlformats.org/drawingml/2006/main">
              <a:ext uri="{FF2B5EF4-FFF2-40B4-BE49-F238E27FC236}">
                <a16:creationId xmlns:a16="http://schemas.microsoft.com/office/drawing/2014/main" id="{0BF0DE00-78A2-430F-A466-32CD8129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Të dhënat e regjistruara ushqejnë proceset e lidhura.</a:t>
            </a:r>
          </a:p>
        </p:txBody>
      </p:sp>
    </p:spTree>
    <p:extLst>
      <p:ext uri="{BB962C8B-B14F-4D97-AF65-F5344CB8AC3E}">
        <p14:creationId xmlns:p14="http://schemas.microsoft.com/office/powerpoint/2010/main" val="373043712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0DF86-F07E-4D41-AF3D-815F5CF4504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48713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6C28D-F923-4047-8BB5-749A5E56BFD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15026" y="3429000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A08EF-5E66-402F-98BF-636E64FD17A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81338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3" name="Regjistrimi fillon një kartelë të lidhur">
            <a:extLst xmlns:a="http://schemas.openxmlformats.org/drawingml/2006/main">
              <a:ext uri="{FF2B5EF4-FFF2-40B4-BE49-F238E27FC236}">
                <a16:creationId xmlns:a16="http://schemas.microsoft.com/office/drawing/2014/main" id="{10EC8B84-EA34-42DF-9020-73AA8090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Regjistrimi fillon një kartelë të lidhur</a:t>
            </a:r>
          </a:p>
        </p:txBody>
      </p:sp>
      <p:sp>
        <p:nvSpPr>
          <p:cNvPr id="2" name="Një lojtar ose disa fëmijë të së njëjtës">
            <a:extLst xmlns:a="http://schemas.openxmlformats.org/drawingml/2006/main">
              <a:ext uri="{FF2B5EF4-FFF2-40B4-BE49-F238E27FC236}">
                <a16:creationId xmlns:a16="http://schemas.microsoft.com/office/drawing/2014/main" id="{7964D17B-C860-4657-BBED-31CD57A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Një lojtar ose disa fëmijë të së njëjtës familje.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DB3E20D6-4867-4D65-8300-9258817E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4DB70-2934-4C2B-8D75-C3898BB7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Administrata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regjistron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CB130-8103-41D3-BB5E-546B8F5B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Cakton ekipin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tarifën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F3C4F-C575-4230-910A-1672792F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Sistemi krijon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kartelën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D83FF-8738-43B1-9615-2D3295EA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Stafi krijon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linkun / QR</a:t>
            </a:r>
          </a:p>
        </p:txBody>
      </p:sp>
      <p:sp>
        <p:nvSpPr>
          <p:cNvPr id="11" name="Për administratën">
            <a:extLst xmlns:a="http://schemas.openxmlformats.org/drawingml/2006/main">
              <a:ext uri="{FF2B5EF4-FFF2-40B4-BE49-F238E27FC236}">
                <a16:creationId xmlns:a16="http://schemas.microsoft.com/office/drawing/2014/main" id="{9E84850F-6692-4A06-BAAB-3C8E4594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Për administratën</a:t>
            </a:r>
          </a:p>
        </p:txBody>
      </p:sp>
      <p:sp>
        <p:nvSpPr>
          <p:cNvPr id="12" name="Kontakti, detyrimet dhe historia e lojta">
            <a:extLst xmlns:a="http://schemas.openxmlformats.org/drawingml/2006/main">
              <a:ext uri="{FF2B5EF4-FFF2-40B4-BE49-F238E27FC236}">
                <a16:creationId xmlns:a16="http://schemas.microsoft.com/office/drawing/2014/main" id="{65F75BC7-CEBA-4C12-B3DA-E640B65B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Kontakti, detyrimet dhe historia e lojtarit mbeten të lidhura.</a:t>
            </a:r>
          </a:p>
        </p:txBody>
      </p:sp>
    </p:spTree>
    <p:extLst>
      <p:ext uri="{BB962C8B-B14F-4D97-AF65-F5344CB8AC3E}">
        <p14:creationId xmlns:p14="http://schemas.microsoft.com/office/powerpoint/2010/main" val="209527301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D8A7C-F4FB-4AA4-8F77-D648DFC0066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48713" y="5715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DE74E-3EAA-417E-9C86-127277164F1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15026" y="5715000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150FB-48D0-4A28-BBE0-012DF04FB20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81338" y="5715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2" name="Paneli i trajnerit, gati për terren">
            <a:extLst xmlns:a="http://schemas.openxmlformats.org/drawingml/2006/main">
              <a:ext uri="{FF2B5EF4-FFF2-40B4-BE49-F238E27FC236}">
                <a16:creationId xmlns:a16="http://schemas.microsoft.com/office/drawing/2014/main" id="{101CC0B5-9BEB-4E6B-A68B-61391DC3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Paneli i trajnerit, gati për terren</a:t>
            </a:r>
          </a:p>
        </p:txBody>
      </p:sp>
      <p:sp>
        <p:nvSpPr>
          <p:cNvPr id="2" name="Ekipet dhe veprimet kryesore pranë njëra">
            <a:extLst xmlns:a="http://schemas.openxmlformats.org/drawingml/2006/main">
              <a:ext uri="{FF2B5EF4-FFF2-40B4-BE49-F238E27FC236}">
                <a16:creationId xmlns:a16="http://schemas.microsoft.com/office/drawing/2014/main" id="{8871C7C9-6C22-4A92-BB6D-F417653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Ekipet dhe veprimet kryesore pranë njëra-tjetrës.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A01533ED-F242-4C34-9839-10BFE2B0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C9FDD-A2FE-4303-A8BB-7A1577BC1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746c3284a4346"/>
          <a:stretch xmlns:a="http://schemas.openxmlformats.org/drawingml/2006/main"/>
        </p:blipFill>
        <p:spPr>
          <a:xfrm xmlns:a="http://schemas.openxmlformats.org/drawingml/2006/main">
            <a:off x="1030120" y="2143125"/>
            <a:ext cx="10131761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994D6-52D7-48DC-94D3-B8D55931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Zgjedh ekipin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EAE4F-2480-4C19-BFC2-E2805604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5143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Shënon prezencën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3674C-9A67-4FF7-9162-BFE3BBC6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143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Sistemi ruan historikun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E78E0-92B7-47E3-951F-0EC8831C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5143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Raportimi përditësohet</a:t>
            </a:r>
          </a:p>
        </p:txBody>
      </p:sp>
    </p:spTree>
    <p:extLst>
      <p:ext uri="{BB962C8B-B14F-4D97-AF65-F5344CB8AC3E}">
        <p14:creationId xmlns:p14="http://schemas.microsoft.com/office/powerpoint/2010/main" val="1890908629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357C4-127F-47FB-AED4-6DEB3A4CE17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48713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E1D53-389F-4E72-8B12-438E92C3C3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15026" y="3429000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3C575-7758-448F-BFC5-6DBFC40BC1E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81338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5" name="Zhvillimi i lojtarit ka histori">
            <a:extLst xmlns:a="http://schemas.openxmlformats.org/drawingml/2006/main">
              <a:ext uri="{FF2B5EF4-FFF2-40B4-BE49-F238E27FC236}">
                <a16:creationId xmlns:a16="http://schemas.microsoft.com/office/drawing/2014/main" id="{8F7EBA14-78DC-4C9B-A29A-FC93BB1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Zhvillimi i lojtarit ka histori</a:t>
            </a:r>
          </a:p>
        </p:txBody>
      </p:sp>
      <p:sp>
        <p:nvSpPr>
          <p:cNvPr id="2" name="Matje, aftësi dhe testime sipas datës.">
            <a:extLst xmlns:a="http://schemas.openxmlformats.org/drawingml/2006/main">
              <a:ext uri="{FF2B5EF4-FFF2-40B4-BE49-F238E27FC236}">
                <a16:creationId xmlns:a16="http://schemas.microsoft.com/office/drawing/2014/main" id="{47AEB493-5B57-45DF-ABE1-58B65FB3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Matje, aftësi dhe testime sipas datës.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433A1FAB-0C55-4F23-A64A-0D3E80BA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546A5-5F0E-445D-8260-183EBDA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Profili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pozita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C51B7-3324-4901-BC1B-62E74A9F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Trajneri fut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matjet / testet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420AF-A1E0-469B-96FB-079115F7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Sistemi ruan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historikun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746A4-B046-4ED5-8D76-38906BC2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Grafikët tregojnë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ecurinë</a:t>
            </a:r>
          </a:p>
        </p:txBody>
      </p:sp>
      <p:sp>
        <p:nvSpPr>
          <p:cNvPr id="11" name="Lojtar">
            <a:extLst xmlns:a="http://schemas.openxmlformats.org/drawingml/2006/main">
              <a:ext uri="{FF2B5EF4-FFF2-40B4-BE49-F238E27FC236}">
                <a16:creationId xmlns:a16="http://schemas.microsoft.com/office/drawing/2014/main" id="{0C85BF20-9A4D-4013-BE2A-E93BDDAC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Lojtar</a:t>
            </a:r>
          </a:p>
        </p:txBody>
      </p:sp>
      <p:sp>
        <p:nvSpPr>
          <p:cNvPr id="12" name="Pozita kryesore dhe dytësore">
            <a:extLst xmlns:a="http://schemas.openxmlformats.org/drawingml/2006/main">
              <a:ext uri="{FF2B5EF4-FFF2-40B4-BE49-F238E27FC236}">
                <a16:creationId xmlns:a16="http://schemas.microsoft.com/office/drawing/2014/main" id="{8A1DA660-C232-4E5D-BAD7-8DA2A6C1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53000"/>
            <a:ext cx="795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Pozita kryesore dhe dytësore</a:t>
            </a:r>
          </a:p>
        </p:txBody>
      </p:sp>
      <p:sp>
        <p:nvSpPr>
          <p:cNvPr id="13" name="Portier">
            <a:extLst xmlns:a="http://schemas.openxmlformats.org/drawingml/2006/main">
              <a:ext uri="{FF2B5EF4-FFF2-40B4-BE49-F238E27FC236}">
                <a16:creationId xmlns:a16="http://schemas.microsoft.com/office/drawing/2014/main" id="{75012FDB-CC64-4EEA-A2B9-3393922C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7B66"/>
                </a:solidFill>
                <a:latin typeface="Aptos"/>
                <a:ea typeface="Aptos"/>
                <a:cs typeface="Aptos"/>
              </a:rPr>
              <a:t>Portier</a:t>
            </a:r>
          </a:p>
        </p:txBody>
      </p:sp>
      <p:sp>
        <p:nvSpPr>
          <p:cNvPr id="14" name="Fusha vlerësimi të përshtatura për porti">
            <a:extLst xmlns:a="http://schemas.openxmlformats.org/drawingml/2006/main">
              <a:ext uri="{FF2B5EF4-FFF2-40B4-BE49-F238E27FC236}">
                <a16:creationId xmlns:a16="http://schemas.microsoft.com/office/drawing/2014/main" id="{9B86A70C-8156-40C0-83BA-E5CCA723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619750"/>
            <a:ext cx="795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Fusha vlerësimi të përshtatura për portierin</a:t>
            </a:r>
          </a:p>
        </p:txBody>
      </p:sp>
    </p:spTree>
    <p:extLst>
      <p:ext uri="{BB962C8B-B14F-4D97-AF65-F5344CB8AC3E}">
        <p14:creationId xmlns:p14="http://schemas.microsoft.com/office/powerpoint/2010/main" val="714500524"/>
      </p:ext>
    </p:extLst>
  </p:cSld>
  <p:transition spd="med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52B59-0B71-4DB2-B859-140CF386BF3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453313" y="3762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862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309B8-4DDD-4BF5-8FDA-D9720DC2434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72500" y="3238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0B6F3-C300-44AB-9455-876A47D7F44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15000" y="3238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39053-8D00-4CF3-A071-5A5F04AD922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47975" y="3238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6" name="Pagesa bankare kalon në verifikim">
            <a:extLst xmlns:a="http://schemas.openxmlformats.org/drawingml/2006/main">
              <a:ext uri="{FF2B5EF4-FFF2-40B4-BE49-F238E27FC236}">
                <a16:creationId xmlns:a16="http://schemas.microsoft.com/office/drawing/2014/main" id="{CCB959C1-E966-484C-B9F4-CF96081E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Pagesa bankare kalon në verifikim</a:t>
            </a:r>
          </a:p>
        </p:txBody>
      </p:sp>
      <p:sp>
        <p:nvSpPr>
          <p:cNvPr id="2" name="Operatori regjistron shumën që është pra">
            <a:extLst xmlns:a="http://schemas.openxmlformats.org/drawingml/2006/main">
              <a:ext uri="{FF2B5EF4-FFF2-40B4-BE49-F238E27FC236}">
                <a16:creationId xmlns:a16="http://schemas.microsoft.com/office/drawing/2014/main" id="{FD970DD7-E7DF-42AB-81E3-6D70475D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Operatori regjistron shumën që është pranuar realisht.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368ED659-3D9D-434B-8C61-E968ED6C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E8F23-94EE-4200-81EB-36ABE3CF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23837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Pagesa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në pritje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4363D-DA30-40C7-848F-1F7C0A5F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2333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Shuma reale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FF429-A242-4AD4-BDB6-20A96F69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223837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2BE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Konfirmo?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BC382-000C-451A-B406-3B14851B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239077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Ndarja dhe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kartela</a:t>
            </a:r>
          </a:p>
        </p:txBody>
      </p:sp>
      <p:sp>
        <p:nvSpPr>
          <p:cNvPr id="11" name="Po">
            <a:extLst xmlns:a="http://schemas.openxmlformats.org/drawingml/2006/main">
              <a:ext uri="{FF2B5EF4-FFF2-40B4-BE49-F238E27FC236}">
                <a16:creationId xmlns:a16="http://schemas.microsoft.com/office/drawing/2014/main" id="{843A8C96-85A3-414A-915B-C378A0DD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527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7B66"/>
                </a:solidFill>
                <a:latin typeface="Aptos"/>
                <a:ea typeface="Aptos"/>
                <a:cs typeface="Aptos"/>
              </a:rPr>
              <a:t>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C2C2B-D193-4901-88FE-CC86681A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22383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BECEA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Refuzo me arsye</a:t>
            </a:r>
          </a:p>
        </p:txBody>
      </p:sp>
      <p:sp>
        <p:nvSpPr>
          <p:cNvPr id="14" name="Jo">
            <a:extLst xmlns:a="http://schemas.openxmlformats.org/drawingml/2006/main">
              <a:ext uri="{FF2B5EF4-FFF2-40B4-BE49-F238E27FC236}">
                <a16:creationId xmlns:a16="http://schemas.microsoft.com/office/drawing/2014/main" id="{5179F287-81C1-41AC-937B-4C7905D9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Jo</a:t>
            </a:r>
          </a:p>
        </p:txBody>
      </p:sp>
      <p:sp>
        <p:nvSpPr>
          <p:cNvPr id="15" name="Shembull: për t’u paguar 100, pranuar 60">
            <a:extLst xmlns:a="http://schemas.openxmlformats.org/drawingml/2006/main">
              <a:ext uri="{FF2B5EF4-FFF2-40B4-BE49-F238E27FC236}">
                <a16:creationId xmlns:a16="http://schemas.microsoft.com/office/drawing/2014/main" id="{B7284016-57BF-48FF-AC6A-51B24CFC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Shembull: për t’u paguar 100, pranuar 60 ose 110.</a:t>
            </a:r>
          </a:p>
        </p:txBody>
      </p:sp>
    </p:spTree>
    <p:extLst>
      <p:ext uri="{BB962C8B-B14F-4D97-AF65-F5344CB8AC3E}">
        <p14:creationId xmlns:p14="http://schemas.microsoft.com/office/powerpoint/2010/main" val="1596604425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BD7D7-E7FF-45DF-ADCE-9233874B159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381875" y="51196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843C1-E79F-403A-885F-5518972490D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28975" y="5119688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7E2D4-22F7-48D7-B285-5B1EB6E7F7B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81875" y="392906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71C94-88D2-42B1-BB58-4285A795C38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28975" y="3929063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81E03-31CC-4407-9D33-66FF083F811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81875" y="27384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A1257-6117-425D-AB37-0C31C3E9CD7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28975" y="2738438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9" name="Edhe shërbimet e tjera kanë gjurmë">
            <a:extLst xmlns:a="http://schemas.openxmlformats.org/drawingml/2006/main">
              <a:ext uri="{FF2B5EF4-FFF2-40B4-BE49-F238E27FC236}">
                <a16:creationId xmlns:a16="http://schemas.microsoft.com/office/drawing/2014/main" id="{2485DCA8-CCD4-46B3-98CF-6B409CC9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Edhe shërbimet e tjera kanë gjurmë</a:t>
            </a:r>
          </a:p>
        </p:txBody>
      </p:sp>
      <p:sp>
        <p:nvSpPr>
          <p:cNvPr id="2" name="Rekuizitat, trajnimet personale dhe reze">
            <a:extLst xmlns:a="http://schemas.openxmlformats.org/drawingml/2006/main">
              <a:ext uri="{FF2B5EF4-FFF2-40B4-BE49-F238E27FC236}">
                <a16:creationId xmlns:a16="http://schemas.microsoft.com/office/drawing/2014/main" id="{DC6172BE-C065-4EB4-A302-169DC62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Rekuizitat, trajnimet personale dhe rezervimet e fushave.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BC2C5E40-7463-4CF5-8169-84CEE55E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A8D2A-ACD9-4145-87B2-999B6F54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6193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Rekuizita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02E0D-8D1B-43E9-8494-9EFA5B67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31908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Dalje nga stoku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BF4F7-B6F1-4A88-AE3D-1E8DD481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32480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Arkëtim / detyrim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B4276-9FBC-4840-BA4C-B220C343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6193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Trajnim personal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128F8-64ED-47A5-9146-D57A918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31908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Lojtar dhe orar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9BD82-1684-4FF9-A743-63B64EBE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24250"/>
            <a:ext cx="32480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Tarifë / pagesë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8B464-055F-41A4-90FD-49C026ED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6193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Fusha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A728D-5849-4485-9925-DBE70746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31908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Termin ose seri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E1A1C-7CE5-412A-93BD-E6EE825D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14875"/>
            <a:ext cx="32480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Arkëtim / dëftesë</a:t>
            </a:r>
          </a:p>
        </p:txBody>
      </p:sp>
    </p:spTree>
    <p:extLst>
      <p:ext uri="{BB962C8B-B14F-4D97-AF65-F5344CB8AC3E}">
        <p14:creationId xmlns:p14="http://schemas.microsoft.com/office/powerpoint/2010/main" val="424620505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89598-F62F-4D04-9276-F1D2316B01F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48713" y="28098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9343B-F661-4B84-B958-5DEA17BCD2D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15026" y="2809875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E8E31-258D-4A3A-83C3-AC44CE0983E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81338" y="28098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8" name="Sponsorizimet, të ndara nga shpenzimet e">
            <a:extLst xmlns:a="http://schemas.openxmlformats.org/drawingml/2006/main">
              <a:ext uri="{FF2B5EF4-FFF2-40B4-BE49-F238E27FC236}">
                <a16:creationId xmlns:a16="http://schemas.microsoft.com/office/drawing/2014/main" id="{F6150F11-C65D-409C-865F-79ECA172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Sponsorizimet, të ndara nga shpenzimet e klubit</a:t>
            </a:r>
          </a:p>
        </p:txBody>
      </p:sp>
      <p:sp>
        <p:nvSpPr>
          <p:cNvPr id="2" name="Plani, kontrata dhe shpenzimi lidhen me ">
            <a:extLst xmlns:a="http://schemas.openxmlformats.org/drawingml/2006/main">
              <a:ext uri="{FF2B5EF4-FFF2-40B4-BE49-F238E27FC236}">
                <a16:creationId xmlns:a16="http://schemas.microsoft.com/office/drawing/2014/main" id="{55AAF59A-AD38-4FF3-829C-6C7E7644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Plani, kontrata dhe shpenzimi lidhen me kategorinë. Shembull ilustrues.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D4E59CA5-4EEC-4E20-96DE-3A8542AA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EEA91-4AE0-4B73-A60C-A3A354BA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Plani vjetor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CBD87-F188-4900-9387-1CE763F2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238375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Sponsor / kontratë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3A21F-0346-4E66-8A2D-3255E35E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38375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Buxheti i kategorisë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D6561-F2F0-420D-A7C1-A99819CD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238375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Faturë ose pagë</a:t>
            </a:r>
          </a:p>
        </p:txBody>
      </p:sp>
      <p:sp>
        <p:nvSpPr>
          <p:cNvPr id="11" name="20 000">
            <a:extLst xmlns:a="http://schemas.openxmlformats.org/drawingml/2006/main">
              <a:ext uri="{FF2B5EF4-FFF2-40B4-BE49-F238E27FC236}">
                <a16:creationId xmlns:a16="http://schemas.microsoft.com/office/drawing/2014/main" id="{DBF81785-5FF9-40E4-97CA-87B89A4E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20 000</a:t>
            </a:r>
          </a:p>
        </p:txBody>
      </p:sp>
      <p:sp>
        <p:nvSpPr>
          <p:cNvPr id="12" name="Plani për paga">
            <a:extLst xmlns:a="http://schemas.openxmlformats.org/drawingml/2006/main">
              <a:ext uri="{FF2B5EF4-FFF2-40B4-BE49-F238E27FC236}">
                <a16:creationId xmlns:a16="http://schemas.microsoft.com/office/drawing/2014/main" id="{6A5346B3-207D-4521-93D0-C9CEA3A0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Plani për paga</a:t>
            </a:r>
          </a:p>
        </p:txBody>
      </p:sp>
      <p:sp>
        <p:nvSpPr>
          <p:cNvPr id="13" name="2 000">
            <a:extLst xmlns:a="http://schemas.openxmlformats.org/drawingml/2006/main">
              <a:ext uri="{FF2B5EF4-FFF2-40B4-BE49-F238E27FC236}">
                <a16:creationId xmlns:a16="http://schemas.microsoft.com/office/drawing/2014/main" id="{79C47792-4423-4F9F-8398-A7A1D95B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defPPr>
            <a:lvl1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1pPr>
            <a:lvl2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2pPr>
            <a:lvl3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3pPr>
            <a:lvl4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4pPr>
            <a:lvl5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5pPr>
            <a:lvl6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6pPr>
            <a:lvl7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7pPr>
            <a:lvl8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8pPr>
            <a:lvl9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137B66"/>
                </a:solidFill>
                <a:latin typeface="Aptos"/>
                <a:ea typeface="Aptos"/>
                <a:cs typeface="Aptos"/>
              </a:rPr>
              <a:t>2 000</a:t>
            </a:r>
          </a:p>
        </p:txBody>
      </p:sp>
      <p:sp>
        <p:nvSpPr>
          <p:cNvPr id="14" name="Të mbuluara">
            <a:extLst xmlns:a="http://schemas.openxmlformats.org/drawingml/2006/main">
              <a:ext uri="{FF2B5EF4-FFF2-40B4-BE49-F238E27FC236}">
                <a16:creationId xmlns:a16="http://schemas.microsoft.com/office/drawing/2014/main" id="{B1F04BD6-E910-4F21-8F3C-E6AB8843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Të mbuluara</a:t>
            </a:r>
          </a:p>
        </p:txBody>
      </p:sp>
      <p:sp>
        <p:nvSpPr>
          <p:cNvPr id="15" name="18 000">
            <a:extLst xmlns:a="http://schemas.openxmlformats.org/drawingml/2006/main">
              <a:ext uri="{FF2B5EF4-FFF2-40B4-BE49-F238E27FC236}">
                <a16:creationId xmlns:a16="http://schemas.microsoft.com/office/drawing/2014/main" id="{AE436A04-D2E7-406F-BCF8-FC15BAA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91000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18 000</a:t>
            </a:r>
          </a:p>
        </p:txBody>
      </p:sp>
      <p:sp>
        <p:nvSpPr>
          <p:cNvPr id="16" name="Për t’u mbuluar">
            <a:extLst xmlns:a="http://schemas.openxmlformats.org/drawingml/2006/main">
              <a:ext uri="{FF2B5EF4-FFF2-40B4-BE49-F238E27FC236}">
                <a16:creationId xmlns:a16="http://schemas.microsoft.com/office/drawing/2014/main" id="{0C64E869-14BA-46A5-B26C-B97CB709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4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Për t’u mbuluar</a:t>
            </a:r>
          </a:p>
        </p:txBody>
      </p:sp>
      <p:sp>
        <p:nvSpPr>
          <p:cNvPr id="17" name="Kontroll i afateve, faturave të dyfishta">
            <a:extLst xmlns:a="http://schemas.openxmlformats.org/drawingml/2006/main">
              <a:ext uri="{FF2B5EF4-FFF2-40B4-BE49-F238E27FC236}">
                <a16:creationId xmlns:a16="http://schemas.microsoft.com/office/drawing/2014/main" id="{781737B1-6D67-416E-AE2E-77C1DF9D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Kontroll i afateve, faturave të dyfishta dhe pagës së të njëjtit muaj.</a:t>
            </a:r>
          </a:p>
        </p:txBody>
      </p:sp>
    </p:spTree>
    <p:extLst>
      <p:ext uri="{BB962C8B-B14F-4D97-AF65-F5344CB8AC3E}">
        <p14:creationId xmlns:p14="http://schemas.microsoft.com/office/powerpoint/2010/main" val="650605248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F3176-E20A-4656-BEA7-D29247795FE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58000" y="47625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725AF-B76F-4BB0-B449-020D6FF4F79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47975" y="3619500"/>
            <a:ext cx="10572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512B3-8ECE-403C-88DC-320A7EFB623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858000" y="269081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92939-991D-4410-A825-5C656FA2701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847975" y="2690813"/>
            <a:ext cx="1057275" cy="928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4" name="Trajneri lidhet me specialistin">
            <a:extLst xmlns:a="http://schemas.openxmlformats.org/drawingml/2006/main">
              <a:ext uri="{FF2B5EF4-FFF2-40B4-BE49-F238E27FC236}">
                <a16:creationId xmlns:a16="http://schemas.microsoft.com/office/drawing/2014/main" id="{B9F9F211-43BD-446C-8D92-2ED1147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Trajneri lidhet me specialistin</a:t>
            </a:r>
          </a:p>
        </p:txBody>
      </p:sp>
      <p:sp>
        <p:nvSpPr>
          <p:cNvPr id="2" name="Rasti mjekësor dhe menuja ndjekin rrjedh">
            <a:extLst xmlns:a="http://schemas.openxmlformats.org/drawingml/2006/main">
              <a:ext uri="{FF2B5EF4-FFF2-40B4-BE49-F238E27FC236}">
                <a16:creationId xmlns:a16="http://schemas.microsoft.com/office/drawing/2014/main" id="{7732B686-3AC9-461D-8390-225BDF57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Rasti mjekësor dhe menuja ndjekin rrjedha të veçanta.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DC840135-C292-483B-B2A2-FC462FE0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19B87-E89C-4FFF-B399-AFA83D41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23837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Trajneri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hap rastin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4613A-E167-4E44-8A80-84A52AF5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952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Mjeku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shqyrton rastin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AAEC7-FBF4-452E-A791-A5DA2292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32480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Udhëzime / pushim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Kontroll te prezenca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DDC82-7979-46BD-94F4-E89871FB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2952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Menu / draft AI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Shqyrtim dhe aprovim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19A22-9571-46C9-8FB8-3AC30C58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32480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Menuja te prindi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Njoftim për ndryshim</a:t>
            </a:r>
          </a:p>
        </p:txBody>
      </p:sp>
      <p:sp>
        <p:nvSpPr>
          <p:cNvPr id="13" name="Vetëm informacioni i lejuar kalon te tra">
            <a:extLst xmlns:a="http://schemas.openxmlformats.org/drawingml/2006/main">
              <a:ext uri="{FF2B5EF4-FFF2-40B4-BE49-F238E27FC236}">
                <a16:creationId xmlns:a16="http://schemas.microsoft.com/office/drawing/2014/main" id="{79F81341-D175-4B80-840F-6B4ED56F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Vetëm informacioni i lejuar kalon te trajneri dhe prindi.</a:t>
            </a:r>
          </a:p>
        </p:txBody>
      </p:sp>
    </p:spTree>
    <p:extLst>
      <p:ext uri="{BB962C8B-B14F-4D97-AF65-F5344CB8AC3E}">
        <p14:creationId xmlns:p14="http://schemas.microsoft.com/office/powerpoint/2010/main" val="383108434"/>
      </p:ext>
    </p:extLst>
  </p:cSld>
  <p:transition spd="med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rindi e ka klubin në telefon">
            <a:extLst xmlns:a="http://schemas.openxmlformats.org/drawingml/2006/main">
              <a:ext uri="{FF2B5EF4-FFF2-40B4-BE49-F238E27FC236}">
                <a16:creationId xmlns:a16="http://schemas.microsoft.com/office/drawing/2014/main" id="{58ACB7EB-5BCA-480F-A38E-1843C253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Prindi e ka klubin në telefon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0BE7DE60-FD56-4665-A2E4-29005CFC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D8CD3-6A62-451C-BE99-E96C0AB17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7587673e845a7"/>
          <a:srcRect xmlns:a="http://schemas.openxmlformats.org/drawingml/2006/main" l="25000" t="0" r="0" b="0"/>
          <a:stretch xmlns:a="http://schemas.openxmlformats.org/drawingml/2006/main"/>
        </p:blipFill>
        <p:spPr>
          <a:xfrm xmlns:a="http://schemas.openxmlformats.org/drawingml/2006/main">
            <a:off x="6238875" y="1714500"/>
            <a:ext cx="5343525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Një link për familjen">
            <a:extLst xmlns:a="http://schemas.openxmlformats.org/drawingml/2006/main">
              <a:ext uri="{FF2B5EF4-FFF2-40B4-BE49-F238E27FC236}">
                <a16:creationId xmlns:a16="http://schemas.microsoft.com/office/drawing/2014/main" id="{1F2EEEF1-0348-4B5D-B44F-BBE5EFB1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Një link për familjen</a:t>
            </a:r>
          </a:p>
        </p:txBody>
      </p:sp>
      <p:sp>
        <p:nvSpPr>
          <p:cNvPr id="5" name="Orari dhe trajneri&#10;Pagesat dhe prezenca&#10;">
            <a:extLst xmlns:a="http://schemas.openxmlformats.org/drawingml/2006/main">
              <a:ext uri="{FF2B5EF4-FFF2-40B4-BE49-F238E27FC236}">
                <a16:creationId xmlns:a16="http://schemas.microsoft.com/office/drawing/2014/main" id="{828CDF90-EA94-4E28-BFEA-5C3E61B2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Orari dhe trajneri</a:t>
            </a:r>
          </a:p>
          <a:p xmlns:a="http://schemas.openxmlformats.org/drawingml/2006/main">
            <a: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Pagesat dhe prezenca</a:t>
            </a:r>
          </a:p>
          <a:p xmlns:a="http://schemas.openxmlformats.org/drawingml/2006/main">
            <a: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Ecuria dhe menuja</a:t>
            </a:r>
          </a:p>
        </p:txBody>
      </p:sp>
      <p:sp>
        <p:nvSpPr>
          <p:cNvPr id="6" name="Njoftime pas aktivizimit nga prindi">
            <a:extLst xmlns:a="http://schemas.openxmlformats.org/drawingml/2006/main">
              <a:ext uri="{FF2B5EF4-FFF2-40B4-BE49-F238E27FC236}">
                <a16:creationId xmlns:a16="http://schemas.microsoft.com/office/drawing/2014/main" id="{312530EE-511B-4DB2-8A79-D7583CFE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Njoftime pas aktivizimit nga prindi</a:t>
            </a:r>
          </a:p>
        </p:txBody>
      </p:sp>
    </p:spTree>
    <p:extLst>
      <p:ext uri="{BB962C8B-B14F-4D97-AF65-F5344CB8AC3E}">
        <p14:creationId xmlns:p14="http://schemas.microsoft.com/office/powerpoint/2010/main" val="434743635"/>
      </p:ext>
    </p:extLst>
  </p:cSld>
  <p:transition spd="med" advClick="1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utomatizimi mbështet punën e stafit">
            <a:extLst xmlns:a="http://schemas.openxmlformats.org/drawingml/2006/main">
              <a:ext uri="{FF2B5EF4-FFF2-40B4-BE49-F238E27FC236}">
                <a16:creationId xmlns:a16="http://schemas.microsoft.com/office/drawing/2014/main" id="{FA530148-E498-42D7-8A08-7952651F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Automatizimi mbështet punën e stafit</a:t>
            </a:r>
          </a:p>
        </p:txBody>
      </p:sp>
      <p:sp>
        <p:nvSpPr>
          <p:cNvPr id="2" name="Ngjarja në sistem nis veprimin përkatës.">
            <a:extLst xmlns:a="http://schemas.openxmlformats.org/drawingml/2006/main">
              <a:ext uri="{FF2B5EF4-FFF2-40B4-BE49-F238E27FC236}">
                <a16:creationId xmlns:a16="http://schemas.microsoft.com/office/drawing/2014/main" id="{81C84C22-A768-42F4-AC31-A22919AC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Ngjarja në sistem nis veprimin përkatës.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1AF7DCB4-927A-4892-A70B-8042B54C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Faturimi mujor">
            <a:extLst xmlns:a="http://schemas.openxmlformats.org/drawingml/2006/main">
              <a:ext uri="{FF2B5EF4-FFF2-40B4-BE49-F238E27FC236}">
                <a16:creationId xmlns:a16="http://schemas.microsoft.com/office/drawing/2014/main" id="{FAB99361-A441-49E8-8BE0-E6DE4C61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Faturimi mujor</a:t>
            </a:r>
          </a:p>
        </p:txBody>
      </p:sp>
      <p:sp>
        <p:nvSpPr>
          <p:cNvPr id="5" name="Sistemi gjeneron detyrimet sipas tarifav">
            <a:extLst xmlns:a="http://schemas.openxmlformats.org/drawingml/2006/main">
              <a:ext uri="{FF2B5EF4-FFF2-40B4-BE49-F238E27FC236}">
                <a16:creationId xmlns:a16="http://schemas.microsoft.com/office/drawing/2014/main" id="{D5FFF5F8-51B4-4974-ADAF-10E6AD1C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Sistemi gjeneron detyrimet sipas tarifave.</a:t>
            </a:r>
          </a:p>
        </p:txBody>
      </p:sp>
      <p:sp>
        <p:nvSpPr>
          <p:cNvPr id="6" name="Stërvitja">
            <a:extLst xmlns:a="http://schemas.openxmlformats.org/drawingml/2006/main">
              <a:ext uri="{FF2B5EF4-FFF2-40B4-BE49-F238E27FC236}">
                <a16:creationId xmlns:a16="http://schemas.microsoft.com/office/drawing/2014/main" id="{02FC0750-6D42-457E-8B4E-F35ABE47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Stërvitja</a:t>
            </a:r>
          </a:p>
        </p:txBody>
      </p:sp>
      <p:sp>
        <p:nvSpPr>
          <p:cNvPr id="7" name="Kujtesë 1 orë para, kur njoftimet janë a">
            <a:extLst xmlns:a="http://schemas.openxmlformats.org/drawingml/2006/main">
              <a:ext uri="{FF2B5EF4-FFF2-40B4-BE49-F238E27FC236}">
                <a16:creationId xmlns:a16="http://schemas.microsoft.com/office/drawing/2014/main" id="{22BAA6CF-8ECA-48F2-A4CE-F9C4183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Kujtesë 1 orë para, kur njoftimet janë aktive.</a:t>
            </a:r>
          </a:p>
        </p:txBody>
      </p:sp>
      <p:sp>
        <p:nvSpPr>
          <p:cNvPr id="8" name="Ndryshimi i orarit">
            <a:extLst xmlns:a="http://schemas.openxmlformats.org/drawingml/2006/main">
              <a:ext uri="{FF2B5EF4-FFF2-40B4-BE49-F238E27FC236}">
                <a16:creationId xmlns:a16="http://schemas.microsoft.com/office/drawing/2014/main" id="{852A1532-276A-4C22-B87F-A34048E9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Ndryshimi i orarit</a:t>
            </a:r>
          </a:p>
        </p:txBody>
      </p:sp>
      <p:sp>
        <p:nvSpPr>
          <p:cNvPr id="9" name="Sistemi njofton abonentët përkatës.">
            <a:extLst xmlns:a="http://schemas.openxmlformats.org/drawingml/2006/main">
              <a:ext uri="{FF2B5EF4-FFF2-40B4-BE49-F238E27FC236}">
                <a16:creationId xmlns:a16="http://schemas.microsoft.com/office/drawing/2014/main" id="{24BEC519-8305-4D72-8EA1-38407E57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481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Sistemi njofton abonentët përkatës.</a:t>
            </a:r>
          </a:p>
        </p:txBody>
      </p:sp>
      <p:sp>
        <p:nvSpPr>
          <p:cNvPr id="10" name="Pagesa dhe menuja">
            <a:extLst xmlns:a="http://schemas.openxmlformats.org/drawingml/2006/main">
              <a:ext uri="{FF2B5EF4-FFF2-40B4-BE49-F238E27FC236}">
                <a16:creationId xmlns:a16="http://schemas.microsoft.com/office/drawing/2014/main" id="{DB92B313-F4B0-48B0-BA54-775E899C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Pagesa dhe menuja</a:t>
            </a:r>
          </a:p>
        </p:txBody>
      </p:sp>
      <p:sp>
        <p:nvSpPr>
          <p:cNvPr id="11" name="Kujtesë në datën e caktuar dhe njoftim p">
            <a:extLst xmlns:a="http://schemas.openxmlformats.org/drawingml/2006/main">
              <a:ext uri="{FF2B5EF4-FFF2-40B4-BE49-F238E27FC236}">
                <a16:creationId xmlns:a16="http://schemas.microsoft.com/office/drawing/2014/main" id="{0BFDB3DC-5363-4828-AACE-F0E70929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006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Kujtesë në datën e caktuar dhe njoftim pas ndryshimit të menusë.</a:t>
            </a:r>
          </a:p>
        </p:txBody>
      </p:sp>
    </p:spTree>
    <p:extLst>
      <p:ext uri="{BB962C8B-B14F-4D97-AF65-F5344CB8AC3E}">
        <p14:creationId xmlns:p14="http://schemas.microsoft.com/office/powerpoint/2010/main" val="1399318456"/>
      </p:ext>
    </p:extLst>
  </p:cSld>
  <p:transition spd="med" advClick="1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sje sipas përgjegjësisë">
            <a:extLst xmlns:a="http://schemas.openxmlformats.org/drawingml/2006/main">
              <a:ext uri="{FF2B5EF4-FFF2-40B4-BE49-F238E27FC236}">
                <a16:creationId xmlns:a16="http://schemas.microsoft.com/office/drawing/2014/main" id="{57D30467-31E2-4A1A-A88F-14A59F19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Qasje sipas përgjegjësisë</a:t>
            </a:r>
          </a:p>
        </p:txBody>
      </p:sp>
      <p:sp>
        <p:nvSpPr>
          <p:cNvPr id="2" name="Secili përdorues ka rolin dhe lojtarët q">
            <a:extLst xmlns:a="http://schemas.openxmlformats.org/drawingml/2006/main">
              <a:ext uri="{FF2B5EF4-FFF2-40B4-BE49-F238E27FC236}">
                <a16:creationId xmlns:a16="http://schemas.microsoft.com/office/drawing/2014/main" id="{1116FA0E-B604-468B-A947-579F5339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Secili përdorues ka rolin dhe lojtarët që i takojnë.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88622E96-148A-4879-820B-91B42436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D87C5-EBDA-4168-81B0-7C8549F4BEFC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Roli</a:t>
                      </a:r>
                    </a:p>
                  </a:txBody>
                  <a:tcPr marL="91440" marR="91440" marT="45720" marB="45720">
                    <a:solidFill>
                      <a:srgbClr val="10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Fokusi</a:t>
                      </a:r>
                    </a:p>
                  </a:txBody>
                  <a:tcPr marL="91440" marR="91440" marT="45720" marB="45720">
                    <a:solidFill>
                      <a:srgbClr val="101D30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Super Admin / Admin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Sponsorizime sipas rolit, administrim dhe raporte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Operator / Shikues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Operim ose lexim sipas autorizimit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Trajner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Ekipet e caktuara dhe zhvillimi i lojtarëve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Mjek / Nutricist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Lojtarët e caktuar dhe kujdesi përkatës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Rezervime private / Prind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Fushat përkatëse / portali i familjes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25225"/>
      </p:ext>
    </p:extLst>
  </p:cSld>
  <p:transition spd="med" advClick="1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rejtuesi sheh përdorimin e programit">
            <a:extLst xmlns:a="http://schemas.openxmlformats.org/drawingml/2006/main">
              <a:ext uri="{FF2B5EF4-FFF2-40B4-BE49-F238E27FC236}">
                <a16:creationId xmlns:a16="http://schemas.microsoft.com/office/drawing/2014/main" id="{A5143856-E60C-46AA-9F07-FEB95366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Drejtuesi sheh përdorimin e programit</a:t>
            </a:r>
          </a:p>
        </p:txBody>
      </p:sp>
      <p:sp>
        <p:nvSpPr>
          <p:cNvPr id="2" name="Regjistrimet e trajnerëve, ditët aktive ">
            <a:extLst xmlns:a="http://schemas.openxmlformats.org/drawingml/2006/main">
              <a:ext uri="{FF2B5EF4-FFF2-40B4-BE49-F238E27FC236}">
                <a16:creationId xmlns:a16="http://schemas.microsoft.com/office/drawing/2014/main" id="{020EA3F5-E80A-49E4-9000-EDE5C8CC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Regjistrimet e trajnerëve, ditët aktive dhe aktiviteti i fundit.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96411655-3E7E-490C-BEBD-5E4963F5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87941-B582-4667-AD23-79DB3AF519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3956be27c4297"/>
          <a:stretch xmlns:a="http://schemas.openxmlformats.org/drawingml/2006/main"/>
        </p:blipFill>
        <p:spPr>
          <a:xfrm xmlns:a="http://schemas.openxmlformats.org/drawingml/2006/main">
            <a:off x="2269899" y="2171700"/>
            <a:ext cx="7652202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1 regjistrim unik = 1 pikë">
            <a:extLst xmlns:a="http://schemas.openxmlformats.org/drawingml/2006/main">
              <a:ext uri="{FF2B5EF4-FFF2-40B4-BE49-F238E27FC236}">
                <a16:creationId xmlns:a16="http://schemas.microsoft.com/office/drawing/2014/main" id="{83E30AC5-0532-4186-BBDB-03B37230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1 regjistrim unik = 1 pikë</a:t>
            </a:r>
          </a:p>
        </p:txBody>
      </p:sp>
      <p:sp>
        <p:nvSpPr>
          <p:cNvPr id="6" name="Pamje reale e ndërfaqes me të dhëna ilus">
            <a:extLst xmlns:a="http://schemas.openxmlformats.org/drawingml/2006/main">
              <a:ext uri="{FF2B5EF4-FFF2-40B4-BE49-F238E27FC236}">
                <a16:creationId xmlns:a16="http://schemas.microsoft.com/office/drawing/2014/main" id="{842F20CF-EF37-40EB-914D-0216B28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0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Pamje reale e ndërfaqes me të dhëna ilustruese. Pikët matin përdorimin.</a:t>
            </a:r>
          </a:p>
        </p:txBody>
      </p:sp>
    </p:spTree>
    <p:extLst>
      <p:ext uri="{BB962C8B-B14F-4D97-AF65-F5344CB8AC3E}">
        <p14:creationId xmlns:p14="http://schemas.microsoft.com/office/powerpoint/2010/main" val="1172057456"/>
      </p:ext>
    </p:extLst>
  </p:cSld>
  <p:transition spd="med" advClick="1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ërfitime që mund t’i vlerësoni në prakt">
            <a:extLst xmlns:a="http://schemas.openxmlformats.org/drawingml/2006/main">
              <a:ext uri="{FF2B5EF4-FFF2-40B4-BE49-F238E27FC236}">
                <a16:creationId xmlns:a16="http://schemas.microsoft.com/office/drawing/2014/main" id="{E0C5098C-472E-4A41-8814-18CD0E4F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Përfitime që mund t’i vlerësoni në praktikë</a:t>
            </a:r>
          </a:p>
        </p:txBody>
      </p:sp>
      <p:sp>
        <p:nvSpPr>
          <p:cNvPr id="2" name="Rezultati matet me proceset e klubit tua">
            <a:extLst xmlns:a="http://schemas.openxmlformats.org/drawingml/2006/main">
              <a:ext uri="{FF2B5EF4-FFF2-40B4-BE49-F238E27FC236}">
                <a16:creationId xmlns:a16="http://schemas.microsoft.com/office/drawing/2014/main" id="{996FB620-5ACF-4D75-A5B1-B4A74B4B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Rezultati matet me proceset e klubit tuaj.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52E6E959-B0DF-4F08-8937-D0505867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Më pak kërkim">
            <a:extLst xmlns:a="http://schemas.openxmlformats.org/drawingml/2006/main">
              <a:ext uri="{FF2B5EF4-FFF2-40B4-BE49-F238E27FC236}">
                <a16:creationId xmlns:a16="http://schemas.microsoft.com/office/drawing/2014/main" id="{DE892C58-EC15-4467-9EBF-760EF6AD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Më pak kërkim</a:t>
            </a:r>
          </a:p>
        </p:txBody>
      </p:sp>
      <p:sp>
        <p:nvSpPr>
          <p:cNvPr id="5" name="Informacioni i lojtarit lidhet me kartel">
            <a:extLst xmlns:a="http://schemas.openxmlformats.org/drawingml/2006/main">
              <a:ext uri="{FF2B5EF4-FFF2-40B4-BE49-F238E27FC236}">
                <a16:creationId xmlns:a16="http://schemas.microsoft.com/office/drawing/2014/main" id="{BAECA59F-FCD2-4809-803F-A327B295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Informacioni i lojtarit lidhet me kartelën e tij.</a:t>
            </a:r>
          </a:p>
        </p:txBody>
      </p:sp>
      <p:sp>
        <p:nvSpPr>
          <p:cNvPr id="6" name="Më shumë kontroll">
            <a:extLst xmlns:a="http://schemas.openxmlformats.org/drawingml/2006/main">
              <a:ext uri="{FF2B5EF4-FFF2-40B4-BE49-F238E27FC236}">
                <a16:creationId xmlns:a16="http://schemas.microsoft.com/office/drawing/2014/main" id="{98420775-800B-405A-BE93-405A17B9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Më shumë kontroll</a:t>
            </a:r>
          </a:p>
        </p:txBody>
      </p:sp>
      <p:sp>
        <p:nvSpPr>
          <p:cNvPr id="7" name="Shuma reale, historiku dhe arsyet mbeten">
            <a:extLst xmlns:a="http://schemas.openxmlformats.org/drawingml/2006/main">
              <a:ext uri="{FF2B5EF4-FFF2-40B4-BE49-F238E27FC236}">
                <a16:creationId xmlns:a16="http://schemas.microsoft.com/office/drawing/2014/main" id="{670C6C89-EAE9-42A2-BD13-0D1EEFC2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Shuma reale, historiku dhe arsyet mbeten të gjurmueshme.</a:t>
            </a:r>
          </a:p>
        </p:txBody>
      </p:sp>
      <p:sp>
        <p:nvSpPr>
          <p:cNvPr id="8" name="Komunikim më i qartë">
            <a:extLst xmlns:a="http://schemas.openxmlformats.org/drawingml/2006/main">
              <a:ext uri="{FF2B5EF4-FFF2-40B4-BE49-F238E27FC236}">
                <a16:creationId xmlns:a16="http://schemas.microsoft.com/office/drawing/2014/main" id="{7195B5F7-AF67-45FE-99B0-0A55DAFE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Komunikim më i qartë</a:t>
            </a:r>
          </a:p>
        </p:txBody>
      </p:sp>
      <p:sp>
        <p:nvSpPr>
          <p:cNvPr id="9" name="Prindi e gjen informacionin e lejuar në ">
            <a:extLst xmlns:a="http://schemas.openxmlformats.org/drawingml/2006/main">
              <a:ext uri="{FF2B5EF4-FFF2-40B4-BE49-F238E27FC236}">
                <a16:creationId xmlns:a16="http://schemas.microsoft.com/office/drawing/2014/main" id="{F7D2526C-984F-424B-B3FE-D3D0708A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481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Prindi e gjen informacionin e lejuar në portal.</a:t>
            </a:r>
          </a:p>
        </p:txBody>
      </p:sp>
      <p:sp>
        <p:nvSpPr>
          <p:cNvPr id="10" name="Punë e dukshme">
            <a:extLst xmlns:a="http://schemas.openxmlformats.org/drawingml/2006/main">
              <a:ext uri="{FF2B5EF4-FFF2-40B4-BE49-F238E27FC236}">
                <a16:creationId xmlns:a16="http://schemas.microsoft.com/office/drawing/2014/main" id="{3995AE34-5CCB-4580-B46B-CD7BB35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Punë e dukshme</a:t>
            </a:r>
          </a:p>
        </p:txBody>
      </p:sp>
      <p:sp>
        <p:nvSpPr>
          <p:cNvPr id="11" name="Drejtuesi kontrollon raportet sipas peri">
            <a:extLst xmlns:a="http://schemas.openxmlformats.org/drawingml/2006/main">
              <a:ext uri="{FF2B5EF4-FFF2-40B4-BE49-F238E27FC236}">
                <a16:creationId xmlns:a16="http://schemas.microsoft.com/office/drawing/2014/main" id="{46D843E7-11C3-43EE-893E-01EBDE97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006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Drejtuesi kontrollon raportet sipas periudhës.</a:t>
            </a:r>
          </a:p>
        </p:txBody>
      </p:sp>
    </p:spTree>
    <p:extLst>
      <p:ext uri="{BB962C8B-B14F-4D97-AF65-F5344CB8AC3E}">
        <p14:creationId xmlns:p14="http://schemas.microsoft.com/office/powerpoint/2010/main" val="1383415199"/>
      </p:ext>
    </p:extLst>
  </p:cSld>
  <p:transition spd="med" advClick="1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se kjo platformë për klubin tuaj">
            <a:extLst xmlns:a="http://schemas.openxmlformats.org/drawingml/2006/main">
              <a:ext uri="{FF2B5EF4-FFF2-40B4-BE49-F238E27FC236}">
                <a16:creationId xmlns:a16="http://schemas.microsoft.com/office/drawing/2014/main" id="{F110A477-F6E0-4310-B01C-21475EFD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Pse kjo platformë për klubin tuaj</a:t>
            </a:r>
          </a:p>
        </p:txBody>
      </p:sp>
      <p:sp>
        <p:nvSpPr>
          <p:cNvPr id="2" name="Aftësi konkrete që punojnë së bashku.">
            <a:extLst xmlns:a="http://schemas.openxmlformats.org/drawingml/2006/main">
              <a:ext uri="{FF2B5EF4-FFF2-40B4-BE49-F238E27FC236}">
                <a16:creationId xmlns:a16="http://schemas.microsoft.com/office/drawing/2014/main" id="{DF498896-99D9-4385-AC28-88CF78A3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Aftësi konkrete që punojnë së bashku.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2D9893B0-B916-4C99-96EE-39CA7DD6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Puna sportive me financat">
            <a:extLst xmlns:a="http://schemas.openxmlformats.org/drawingml/2006/main">
              <a:ext uri="{FF2B5EF4-FFF2-40B4-BE49-F238E27FC236}">
                <a16:creationId xmlns:a16="http://schemas.microsoft.com/office/drawing/2014/main" id="{AF75194C-B306-40B2-9410-F23220C8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Puna sportive me financat</a:t>
            </a:r>
          </a:p>
        </p:txBody>
      </p:sp>
      <p:sp>
        <p:nvSpPr>
          <p:cNvPr id="5" name="Kartela lidh prezencën, zhvillimin dhe p">
            <a:extLst xmlns:a="http://schemas.openxmlformats.org/drawingml/2006/main">
              <a:ext uri="{FF2B5EF4-FFF2-40B4-BE49-F238E27FC236}">
                <a16:creationId xmlns:a16="http://schemas.microsoft.com/office/drawing/2014/main" id="{14AB5DF4-E594-4EA5-B9CE-63E96923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9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Kartela lidh prezencën, zhvillimin dhe pagesat.</a:t>
            </a:r>
          </a:p>
        </p:txBody>
      </p:sp>
      <p:sp>
        <p:nvSpPr>
          <p:cNvPr id="6" name="Buxhetet e sponsorëve">
            <a:extLst xmlns:a="http://schemas.openxmlformats.org/drawingml/2006/main">
              <a:ext uri="{FF2B5EF4-FFF2-40B4-BE49-F238E27FC236}">
                <a16:creationId xmlns:a16="http://schemas.microsoft.com/office/drawing/2014/main" id="{0DCEDE1B-6031-4A9B-B9E3-C939FEA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Buxhetet e sponsorëve</a:t>
            </a:r>
          </a:p>
        </p:txBody>
      </p:sp>
      <p:sp>
        <p:nvSpPr>
          <p:cNvPr id="7" name="Plan, shpenzim dhe raport në regjistër t">
            <a:extLst xmlns:a="http://schemas.openxmlformats.org/drawingml/2006/main">
              <a:ext uri="{FF2B5EF4-FFF2-40B4-BE49-F238E27FC236}">
                <a16:creationId xmlns:a16="http://schemas.microsoft.com/office/drawing/2014/main" id="{5779BE6C-C4CB-4FD2-A4EF-4F016B92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19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Plan, shpenzim dhe raport në regjistër të ndarë.</a:t>
            </a:r>
          </a:p>
        </p:txBody>
      </p:sp>
      <p:sp>
        <p:nvSpPr>
          <p:cNvPr id="8" name="Kujdesi lidhet me terrenin">
            <a:extLst xmlns:a="http://schemas.openxmlformats.org/drawingml/2006/main">
              <a:ext uri="{FF2B5EF4-FFF2-40B4-BE49-F238E27FC236}">
                <a16:creationId xmlns:a16="http://schemas.microsoft.com/office/drawing/2014/main" id="{CB004F3B-0315-4229-9C67-9AAB6451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Kujdesi lidhet me terrenin</a:t>
            </a:r>
          </a:p>
        </p:txBody>
      </p:sp>
      <p:sp>
        <p:nvSpPr>
          <p:cNvPr id="9" name="Kufizimi i mjekut kontrollon shënimin e ">
            <a:extLst xmlns:a="http://schemas.openxmlformats.org/drawingml/2006/main">
              <a:ext uri="{FF2B5EF4-FFF2-40B4-BE49-F238E27FC236}">
                <a16:creationId xmlns:a16="http://schemas.microsoft.com/office/drawing/2014/main" id="{6B151940-84C5-4ACF-95CE-8B5FF6AE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19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Kufizimi i mjekut kontrollon shënimin e prezencës.</a:t>
            </a:r>
          </a:p>
        </p:txBody>
      </p:sp>
      <p:sp>
        <p:nvSpPr>
          <p:cNvPr id="10" name="Identiteti i klubit tuaj">
            <a:extLst xmlns:a="http://schemas.openxmlformats.org/drawingml/2006/main">
              <a:ext uri="{FF2B5EF4-FFF2-40B4-BE49-F238E27FC236}">
                <a16:creationId xmlns:a16="http://schemas.microsoft.com/office/drawing/2014/main" id="{767C5E03-7143-47CE-84A6-CFFB755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48125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Identiteti i klubit tuaj</a:t>
            </a:r>
          </a:p>
        </p:txBody>
      </p:sp>
      <p:sp>
        <p:nvSpPr>
          <p:cNvPr id="11" name="Emri dhe logoja përshtaten nga konfiguri">
            <a:extLst xmlns:a="http://schemas.openxmlformats.org/drawingml/2006/main">
              <a:ext uri="{FF2B5EF4-FFF2-40B4-BE49-F238E27FC236}">
                <a16:creationId xmlns:a16="http://schemas.microsoft.com/office/drawing/2014/main" id="{1DB151DC-8AFB-4344-B8E0-566026F3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519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Emri dhe logoja përshtaten nga konfigurimi.</a:t>
            </a:r>
          </a:p>
        </p:txBody>
      </p:sp>
    </p:spTree>
    <p:extLst>
      <p:ext uri="{BB962C8B-B14F-4D97-AF65-F5344CB8AC3E}">
        <p14:creationId xmlns:p14="http://schemas.microsoft.com/office/powerpoint/2010/main" val="2058739673"/>
      </p:ext>
    </p:extLst>
  </p:cSld>
  <p:transition spd="med" advClick="1">
    <p:fade/>
  </p:transition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60D0E-81B2-4D8C-8345-9C93DFE12C0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48713" y="2857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71D20-474C-459B-BC4B-DB17BC4D55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15026" y="2857500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69E31-CD6D-4BAF-8B8D-815AC506CB1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81338" y="2857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4" name="Zbatimi dhe oferta për klubin">
            <a:extLst xmlns:a="http://schemas.openxmlformats.org/drawingml/2006/main">
              <a:ext uri="{FF2B5EF4-FFF2-40B4-BE49-F238E27FC236}">
                <a16:creationId xmlns:a16="http://schemas.microsoft.com/office/drawing/2014/main" id="{E1E3F270-967A-4D52-98F6-8601E30F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Zbatimi dhe oferta për klubin</a:t>
            </a:r>
          </a:p>
        </p:txBody>
      </p:sp>
      <p:sp>
        <p:nvSpPr>
          <p:cNvPr id="2" name="Propozim pune që përshtatet me nevojat t">
            <a:extLst xmlns:a="http://schemas.openxmlformats.org/drawingml/2006/main">
              <a:ext uri="{FF2B5EF4-FFF2-40B4-BE49-F238E27FC236}">
                <a16:creationId xmlns:a16="http://schemas.microsoft.com/office/drawing/2014/main" id="{4700A77F-54D3-415F-87C2-716463E5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Propozim pune që përshtatet me nevojat tuaja.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EFB7BA55-2B38-4DE6-9A20-6D41732F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837E6-C0AB-4A79-9100-ED074EA0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Përcaktojmë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modulet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E0939-95ED-4391-A96A-665BE854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2860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Konfigurojmë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klubin / rolet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C3D3F-387F-4BB0-A3CA-42F4510E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860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Provojmë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me një ekip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2D614-DE32-46D4-87A7-BA37CC84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2860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Shtrijmë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përdorimin</a:t>
            </a:r>
          </a:p>
        </p:txBody>
      </p:sp>
      <p:sp>
        <p:nvSpPr>
          <p:cNvPr id="11" name="Oferta">
            <a:extLst xmlns:a="http://schemas.openxmlformats.org/drawingml/2006/main">
              <a:ext uri="{FF2B5EF4-FFF2-40B4-BE49-F238E27FC236}">
                <a16:creationId xmlns:a16="http://schemas.microsoft.com/office/drawing/2014/main" id="{546D54C7-30AB-4549-8C35-03449EC9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Oferta</a:t>
            </a:r>
          </a:p>
        </p:txBody>
      </p:sp>
      <p:sp>
        <p:nvSpPr>
          <p:cNvPr id="12" name="Çmimi: [për t’u përcaktuar]&#10;Afati dhe mb">
            <a:extLst xmlns:a="http://schemas.openxmlformats.org/drawingml/2006/main">
              <a:ext uri="{FF2B5EF4-FFF2-40B4-BE49-F238E27FC236}">
                <a16:creationId xmlns:a16="http://schemas.microsoft.com/office/drawing/2014/main" id="{AA13C0BE-0C6B-458A-B1D8-AA893842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747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Çmimi: [për t’u përcaktuar]</a:t>
            </a:r>
          </a:p>
          <a:p xmlns:a="http://schemas.openxmlformats.org/drawingml/2006/main">
            <a: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Afati dhe mbështetja: [për t’u dakorduar]</a:t>
            </a:r>
          </a:p>
        </p:txBody>
      </p:sp>
      <p:sp>
        <p:nvSpPr>
          <p:cNvPr id="13" name="Vendosja dhe transferimi i të dhënave ko">
            <a:extLst xmlns:a="http://schemas.openxmlformats.org/drawingml/2006/main">
              <a:ext uri="{FF2B5EF4-FFF2-40B4-BE49-F238E27FC236}">
                <a16:creationId xmlns:a16="http://schemas.microsoft.com/office/drawing/2014/main" id="{F818FDAE-B5CD-44CA-95A2-47A50609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Vendosja dhe transferimi i të dhënave konfirmohen para fillimit.</a:t>
            </a:r>
          </a:p>
        </p:txBody>
      </p:sp>
    </p:spTree>
    <p:extLst>
      <p:ext uri="{BB962C8B-B14F-4D97-AF65-F5344CB8AC3E}">
        <p14:creationId xmlns:p14="http://schemas.microsoft.com/office/powerpoint/2010/main" val="648166940"/>
      </p:ext>
    </p:extLst>
  </p:cSld>
  <p:transition spd="med" advClick="1">
    <p:fade/>
  </p:transition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20">
            <a:extLst xmlns:a="http://schemas.openxmlformats.org/drawingml/2006/main">
              <a:ext uri="{FF2B5EF4-FFF2-40B4-BE49-F238E27FC236}">
                <a16:creationId xmlns:a16="http://schemas.microsoft.com/office/drawing/2014/main" id="{E2DADE0C-C4C5-4807-9456-323585C3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DAEC3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5C7CD-605A-4682-9928-88A54905A1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02880d10c4d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Platforma në punën&#10;e klubit tuaj">
            <a:extLst xmlns:a="http://schemas.openxmlformats.org/drawingml/2006/main">
              <a:ext uri="{FF2B5EF4-FFF2-40B4-BE49-F238E27FC236}">
                <a16:creationId xmlns:a16="http://schemas.microsoft.com/office/drawing/2014/main" id="{A2486EE9-8AE7-45B7-B9DC-A6BBA63C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Platforma në punën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 klubit tuaj</a:t>
            </a:r>
          </a:p>
        </p:txBody>
      </p:sp>
      <p:sp>
        <p:nvSpPr>
          <p:cNvPr id="4" name="Një ekip. Një rrjedhë reale.&#10;Një demonst">
            <a:extLst xmlns:a="http://schemas.openxmlformats.org/drawingml/2006/main">
              <a:ext uri="{FF2B5EF4-FFF2-40B4-BE49-F238E27FC236}">
                <a16:creationId xmlns:a16="http://schemas.microsoft.com/office/drawing/2014/main" id="{B07BAF45-0796-4E51-8992-3BE6364D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defPPr>
            <a:lvl1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1pPr>
            <a:lvl2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2pPr>
            <a:lvl3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3pPr>
            <a:lvl4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4pPr>
            <a:lvl5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5pPr>
            <a:lvl6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6pPr>
            <a:lvl7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7pPr>
            <a:lvl8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8pPr>
            <a:lvl9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DFE7F1"/>
                </a:solidFill>
                <a:latin typeface="Aptos"/>
                <a:ea typeface="Aptos"/>
                <a:cs typeface="Aptos"/>
              </a:rPr>
              <a:t>Një ekip. Një rrjedhë reale.</a:t>
            </a:r>
          </a:p>
          <a:p xmlns:a="http://schemas.openxmlformats.org/drawingml/2006/main">
            <a: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DFE7F1"/>
                </a:solidFill>
                <a:latin typeface="Aptos"/>
                <a:ea typeface="Aptos"/>
                <a:cs typeface="Aptos"/>
              </a:rPr>
              <a:t>Një demonstrim i qartë.</a:t>
            </a:r>
          </a:p>
        </p:txBody>
      </p:sp>
      <p:sp>
        <p:nvSpPr>
          <p:cNvPr id="5" name="Rezervoni prezantimin praktik">
            <a:extLst xmlns:a="http://schemas.openxmlformats.org/drawingml/2006/main">
              <a:ext uri="{FF2B5EF4-FFF2-40B4-BE49-F238E27FC236}">
                <a16:creationId xmlns:a16="http://schemas.microsoft.com/office/drawing/2014/main" id="{B81BF786-7C25-4724-9061-69E6F69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5CE4F"/>
                </a:solidFill>
                <a:latin typeface="Aptos"/>
                <a:ea typeface="Aptos"/>
                <a:cs typeface="Aptos"/>
              </a:rPr>
              <a:t>Rezervoni prezantimin praktik</a:t>
            </a:r>
          </a:p>
        </p:txBody>
      </p:sp>
      <p:sp>
        <p:nvSpPr>
          <p:cNvPr id="6" name="[Emri / kompania]&#10;[Telefoni]   [Emaili]">
            <a:extLst xmlns:a="http://schemas.openxmlformats.org/drawingml/2006/main">
              <a:ext uri="{FF2B5EF4-FFF2-40B4-BE49-F238E27FC236}">
                <a16:creationId xmlns:a16="http://schemas.microsoft.com/office/drawing/2014/main" id="{5C630D71-7399-4F50-A819-B678C1F7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[Emri / kompania]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[Telefoni]   [Emaili]</a:t>
            </a:r>
          </a:p>
        </p:txBody>
      </p:sp>
    </p:spTree>
    <p:extLst>
      <p:ext uri="{BB962C8B-B14F-4D97-AF65-F5344CB8AC3E}">
        <p14:creationId xmlns:p14="http://schemas.microsoft.com/office/powerpoint/2010/main" val="541398520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2026-10-22T14:51:31.8520000Z</dcterms:created>
  <dcterms:modified xsi:type="dcterms:W3CDTF">2026-10-22T14:51:31.8520000Z</dcterms:modified>
</coreProperties>
</file>