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4cbc0d1a0904930" /><Relationship Type="http://schemas.openxmlformats.org/officeDocument/2006/relationships/extended-properties" Target="/docProps/app.xml" Id="R8bc23d64282c4b69" /><Relationship Type="http://schemas.openxmlformats.org/officeDocument/2006/relationships/officeDocument" Target="/ppt/presentation.xml" Id="Ra14096f331c24a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52ee66c84941b8"/>
  </p:sldMasterIdLst>
  <p:notesMasterIdLst>
    <p:notesMasterId xmlns:r="http://schemas.openxmlformats.org/officeDocument/2006/relationships" r:id="R6d9fee8d1d3142b7"/>
  </p:notesMasterIdLst>
  <p:sldIdLst>
    <p:sldId xmlns:r="http://schemas.openxmlformats.org/officeDocument/2006/relationships" id="256" r:id="Ra9c010f696414120"/>
    <p:sldId xmlns:r="http://schemas.openxmlformats.org/officeDocument/2006/relationships" id="257" r:id="Rd3459a75a79f49a0"/>
    <p:sldId xmlns:r="http://schemas.openxmlformats.org/officeDocument/2006/relationships" id="258" r:id="R3a7d4086b0a44c85"/>
    <p:sldId xmlns:r="http://schemas.openxmlformats.org/officeDocument/2006/relationships" id="259" r:id="R29b8a90d2fd34aa4"/>
    <p:sldId xmlns:r="http://schemas.openxmlformats.org/officeDocument/2006/relationships" id="260" r:id="Rc354f60139dd4ec7"/>
    <p:sldId xmlns:r="http://schemas.openxmlformats.org/officeDocument/2006/relationships" id="261" r:id="R3ebfe9af86f84371"/>
    <p:sldId xmlns:r="http://schemas.openxmlformats.org/officeDocument/2006/relationships" id="262" r:id="Rba0f703e63ea46de"/>
    <p:sldId xmlns:r="http://schemas.openxmlformats.org/officeDocument/2006/relationships" id="263" r:id="R3c5f32f65b014253"/>
    <p:sldId xmlns:r="http://schemas.openxmlformats.org/officeDocument/2006/relationships" id="264" r:id="R526b85c08c8e464d"/>
    <p:sldId xmlns:r="http://schemas.openxmlformats.org/officeDocument/2006/relationships" id="265" r:id="R9e60ed272df146a8"/>
    <p:sldId xmlns:r="http://schemas.openxmlformats.org/officeDocument/2006/relationships" id="266" r:id="Rbc58b8743c114a24"/>
    <p:sldId xmlns:r="http://schemas.openxmlformats.org/officeDocument/2006/relationships" id="267" r:id="R2cd20fecaff3461e"/>
    <p:sldId xmlns:r="http://schemas.openxmlformats.org/officeDocument/2006/relationships" id="268" r:id="R8d359b6085a54cb6"/>
    <p:sldId xmlns:r="http://schemas.openxmlformats.org/officeDocument/2006/relationships" id="269" r:id="Ra5559660b01e45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1235ea57a344bf" /><Relationship Type="http://schemas.openxmlformats.org/officeDocument/2006/relationships/slideMaster" Target="/ppt/slideMasters/slideMaster1.xml" Id="R9c52ee66c84941b8" /><Relationship Type="http://schemas.openxmlformats.org/officeDocument/2006/relationships/notesMaster" Target="/ppt/notesMasters/notesMaster1.xml" Id="R6d9fee8d1d3142b7" /><Relationship Type="http://schemas.openxmlformats.org/officeDocument/2006/relationships/presProps" Target="/ppt/presProps.xml" Id="R91d0ce45019b471b" /><Relationship Type="http://schemas.openxmlformats.org/officeDocument/2006/relationships/tableStyles" Target="/ppt/tableStyles.xml" Id="R26441c7a1a484181" /><Relationship Type="http://schemas.openxmlformats.org/officeDocument/2006/relationships/slide" Target="/ppt/slides/slide1.xml" Id="Ra9c010f696414120" /><Relationship Type="http://schemas.openxmlformats.org/officeDocument/2006/relationships/slide" Target="/ppt/slides/slide2.xml" Id="Rd3459a75a79f49a0" /><Relationship Type="http://schemas.openxmlformats.org/officeDocument/2006/relationships/slide" Target="/ppt/slides/slide3.xml" Id="R3a7d4086b0a44c85" /><Relationship Type="http://schemas.openxmlformats.org/officeDocument/2006/relationships/slide" Target="/ppt/slides/slide4.xml" Id="R29b8a90d2fd34aa4" /><Relationship Type="http://schemas.openxmlformats.org/officeDocument/2006/relationships/slide" Target="/ppt/slides/slide5.xml" Id="Rc354f60139dd4ec7" /><Relationship Type="http://schemas.openxmlformats.org/officeDocument/2006/relationships/slide" Target="/ppt/slides/slide6.xml" Id="R3ebfe9af86f84371" /><Relationship Type="http://schemas.openxmlformats.org/officeDocument/2006/relationships/slide" Target="/ppt/slides/slide7.xml" Id="Rba0f703e63ea46de" /><Relationship Type="http://schemas.openxmlformats.org/officeDocument/2006/relationships/slide" Target="/ppt/slides/slide8.xml" Id="R3c5f32f65b014253" /><Relationship Type="http://schemas.openxmlformats.org/officeDocument/2006/relationships/slide" Target="/ppt/slides/slide9.xml" Id="R526b85c08c8e464d" /><Relationship Type="http://schemas.openxmlformats.org/officeDocument/2006/relationships/slide" Target="/ppt/slides/slide10.xml" Id="R9e60ed272df146a8" /><Relationship Type="http://schemas.openxmlformats.org/officeDocument/2006/relationships/slide" Target="/ppt/slides/slide11.xml" Id="Rbc58b8743c114a24" /><Relationship Type="http://schemas.openxmlformats.org/officeDocument/2006/relationships/slide" Target="/ppt/slides/slide12.xml" Id="R2cd20fecaff3461e" /><Relationship Type="http://schemas.openxmlformats.org/officeDocument/2006/relationships/slide" Target="/ppt/slides/slide13.xml" Id="R8d359b6085a54cb6" /><Relationship Type="http://schemas.openxmlformats.org/officeDocument/2006/relationships/slide" Target="/ppt/slides/slide14.xml" Id="Ra5559660b01e45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77ca61479b47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ead1c9ee6bd4e4b" /><Relationship Type="http://schemas.openxmlformats.org/officeDocument/2006/relationships/notesMaster" Target="/ppt/notesMasters/notesMaster1.xml" Id="R58168dbbee0a43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dfd24408c44395" /><Relationship Type="http://schemas.openxmlformats.org/officeDocument/2006/relationships/notesMaster" Target="/ppt/notesMasters/notesMaster1.xml" Id="R00f7bcd54da747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78f3940f094a33" /><Relationship Type="http://schemas.openxmlformats.org/officeDocument/2006/relationships/notesMaster" Target="/ppt/notesMasters/notesMaster1.xml" Id="Re8078f40c47248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1b0b215af04f99" /><Relationship Type="http://schemas.openxmlformats.org/officeDocument/2006/relationships/notesMaster" Target="/ppt/notesMasters/notesMaster1.xml" Id="Rf24f91621f5f4c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450fe53b8b423c" /><Relationship Type="http://schemas.openxmlformats.org/officeDocument/2006/relationships/notesMaster" Target="/ppt/notesMasters/notesMaster1.xml" Id="R23a28b2e1f1c49e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2c58a072f84682" /><Relationship Type="http://schemas.openxmlformats.org/officeDocument/2006/relationships/notesMaster" Target="/ppt/notesMasters/notesMaster1.xml" Id="R57b73e587b4d4e3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e4714bca34490e" /><Relationship Type="http://schemas.openxmlformats.org/officeDocument/2006/relationships/notesMaster" Target="/ppt/notesMasters/notesMaster1.xml" Id="R7b5fec5e765446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94a7b2bafb34555" /><Relationship Type="http://schemas.openxmlformats.org/officeDocument/2006/relationships/notesMaster" Target="/ppt/notesMasters/notesMaster1.xml" Id="Rcfa1a7738af242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d1f5efcd6b4d07" /><Relationship Type="http://schemas.openxmlformats.org/officeDocument/2006/relationships/notesMaster" Target="/ppt/notesMasters/notesMaster1.xml" Id="R9fcdc48f6c9c40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5117391fce43fa" /><Relationship Type="http://schemas.openxmlformats.org/officeDocument/2006/relationships/notesMaster" Target="/ppt/notesMasters/notesMaster1.xml" Id="R8ba4112dc19a4cc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b0e9b6392c46d9" /><Relationship Type="http://schemas.openxmlformats.org/officeDocument/2006/relationships/notesMaster" Target="/ppt/notesMasters/notesMaster1.xml" Id="R6f5fce71cb8948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d25825e9444429" /><Relationship Type="http://schemas.openxmlformats.org/officeDocument/2006/relationships/notesMaster" Target="/ppt/notesMasters/notesMaster1.xml" Id="R44f96d952eee4d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be51ac5a7a4ca8" /><Relationship Type="http://schemas.openxmlformats.org/officeDocument/2006/relationships/notesMaster" Target="/ppt/notesMasters/notesMaster1.xml" Id="Rd1e25a720b944f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f592e30a0ea4ef7" /><Relationship Type="http://schemas.openxmlformats.org/officeDocument/2006/relationships/notesMaster" Target="/ppt/notesMasters/notesMaster1.xml" Id="Red5133981d754a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Hapja: Pyetni drejtuesin cili proces i merr më shumë kohë sot. Lidheni prezantimin me përgjigjen. Ky prezantim përshkruan funksionet e platformës së zhvilluar për klubin. Nuk përmban statistika tregu ose rezultate të garantuara.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Këto janë situata që prezantuesi duhet t’i verifikojë me klubin, jo pretendime se çdo klub i ka. Pyetni ku mbahen aktualisht prezencat, pagesat dhe vlerësimet.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Views/Payments/Account.cshtml, Views/Payments/Progress.cshtml dhe funksionet e zhvilluara në projekt. Qasja varet nga roli. Nuk pretendohet se çdo përdorues sheh të gjitha të dhënat.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Controllers/CoachesController.cs, ParentPortalService, PlayerCareService dhe raportet e projektit. Nuk përfshihet moduli i psikologut, i cili mbetet për zhvillim të ardhshëm.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Views/Coaches/RoleChoice.cshtml, Portal.cshtml, Attendance dhe PlayerDevelopment. Në prezantimin praktik hapni ekipin, shënoni prezencën dhe regjistroni një matje pa përdorur të dhëna personale reale.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Models/DevelopmentRecord.cs dhe grafikat e PlayerDevelopment. Funksionet ruajnë matjet dhe vlerësimet. Mos premtoni identifikim automatik apo të garantuar të talenteve.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Views/ParentPortal dhe ParentAutomationService. Njoftimet push kërkojnë aktivizim dhe lejen e pajisjes. Disponueshmëria e funksioneve varet nga konfigurimi.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rrjedha e verifikimit bankar, Payments dhe Sales. Shembulli është ilustrues. Tregoni në sistem ndarjen e pagesave sipas detyrimeve dhe trajtimin e tepricës.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moduli Sponsorship, plani vjetor dhe raporti i mbulimit. Vlerat janë shembulli i dhënë nga përdoruesi, jo të dhëna reale të klubit. Shpenzimet e sponsorizimeve mbahen të ndara nga shpenzimet operative të klubit.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kontrollet e sponsorizimit dhe AttendanceService. Kontrolli i pagës për të njëjtin person dhe muaj shmang financimin e dyfishtë nga sponsorë. Nuk është garanci për përputhje ligjore ose auditim të pavarur.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Services/CoachActivityService.cs dhe Views/Reports/CoachActivity.cshtml. Një regjistrim unik jep një pikë. Numërohen prezencat, regjistrimet e zhvillimit dhe rastet/kërkesat. Rezultati mat përdorimin, jo cilësinë e trajnerit. Madhësia e ekipit ndikon në total.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Burimi: konfigurimi i të dhënave të klubit dhe roleve. Ky është rend i propozuar për zbatimin me klientin, jo afat ose shërbim kontraktual i garantuar. Mos premtoni import automatik pa verifikim.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Këto janë kritere të propozuara pranimi. Nuk paraqiten si rezultate të arritura ose matje ekzistuese. Dakordoni me klubin çfarë do të quhet sukses dhe pastaj formuloni ofertën.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Mbyllja: Propozoni një demonstrim me një ekip të klubit. Dakordoni personin përgjegjës, modulet dhe kohën e provës. Çmimi, migrimi, mbështetja dhe kushtet vendosen në ofertë të veçantë. Nuk ka çmim ose kontakt të sajuar.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7eb14b146f4db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a8fde7659243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a30f772065429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c9bf2bf61f457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eddee06a5e439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86842118804e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1248579-887F-45A1-9994-1D2255494A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80208B-9439-4A51-BB5A-612F6C79CFA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20C72F5-A131-447F-97F9-E94603CABA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EA7D27A-7741-4498-AF08-10B4A2D85D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70A3D75-A14D-4BC8-9666-720286EC05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D044441-BE78-465E-93A9-3A63A1D525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E718CD7-D255-4EBA-BA8C-3EE7A09C6B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320901-590C-4D36-AAF2-58A970596D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F8B975-065A-40C7-9FA5-2E030A690D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62C6B8-7DBB-4BAA-8CFB-E97FC27AB9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28150cdc2845ea" /><Relationship Type="http://schemas.openxmlformats.org/officeDocument/2006/relationships/slideLayout" Target="/ppt/slideLayouts/slideLayout1.xml" Id="Rcd5ca6c5c51047ab" /><Relationship Type="http://schemas.openxmlformats.org/officeDocument/2006/relationships/slideLayout" Target="/ppt/slideLayouts/slideLayout2.xml" Id="R283dd56066e6494a" /><Relationship Type="http://schemas.openxmlformats.org/officeDocument/2006/relationships/slideLayout" Target="/ppt/slideLayouts/slideLayout3.xml" Id="R29c0c1069d544d24" /><Relationship Type="http://schemas.openxmlformats.org/officeDocument/2006/relationships/slideLayout" Target="/ppt/slideLayouts/slideLayout4.xml" Id="Rc3dde175e6c4458e" /><Relationship Type="http://schemas.openxmlformats.org/officeDocument/2006/relationships/slideLayout" Target="/ppt/slideLayouts/slideLayout5.xml" Id="Re9b85e9c97d7494f" /><Relationship Type="http://schemas.openxmlformats.org/officeDocument/2006/relationships/slideLayout" Target="/ppt/slideLayouts/slideLayout6.xml" Id="R1a689b1c67f043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5ca6c5c51047ab"/>
    <p:sldLayoutId xmlns:r="http://schemas.openxmlformats.org/officeDocument/2006/relationships" id="2147483650" r:id="R283dd56066e6494a"/>
    <p:sldLayoutId xmlns:r="http://schemas.openxmlformats.org/officeDocument/2006/relationships" id="2147483651" r:id="R29c0c1069d544d24"/>
    <p:sldLayoutId xmlns:r="http://schemas.openxmlformats.org/officeDocument/2006/relationships" id="2147483652" r:id="Rc3dde175e6c4458e"/>
    <p:sldLayoutId xmlns:r="http://schemas.openxmlformats.org/officeDocument/2006/relationships" id="2147483653" r:id="Re9b85e9c97d7494f"/>
    <p:sldLayoutId xmlns:r="http://schemas.openxmlformats.org/officeDocument/2006/relationships" id="2147483654" r:id="R1a689b1c67f043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cde3e231074623" /><Relationship Type="http://schemas.openxmlformats.org/officeDocument/2006/relationships/notesSlide" Target="/ppt/notesSlides/notesSlide1.xml" Id="Rb1f5adff8c2646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b13092acd74156" /><Relationship Type="http://schemas.openxmlformats.org/officeDocument/2006/relationships/notesSlide" Target="/ppt/notesSlides/notesSlide2.xml" Id="R05cfc028c5e545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b204efcba945ef" /><Relationship Type="http://schemas.openxmlformats.org/officeDocument/2006/relationships/notesSlide" Target="/ppt/notesSlides/notesSlide3.xml" Id="R7ce6e8ab3f9d424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291ca63fe04af1" /><Relationship Type="http://schemas.openxmlformats.org/officeDocument/2006/relationships/notesSlide" Target="/ppt/notesSlides/notesSlide4.xml" Id="Rbbbc99a517464d3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74567249094f7f" /><Relationship Type="http://schemas.openxmlformats.org/officeDocument/2006/relationships/notesSlide" Target="/ppt/notesSlides/notesSlide5.xml" Id="Re04bf126420845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35ced7b63f4af4" /><Relationship Type="http://schemas.openxmlformats.org/officeDocument/2006/relationships/notesSlide" Target="/ppt/notesSlides/notesSlide6.xml" Id="R88d512380b53471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8f8d4c9d3744c2" /><Relationship Type="http://schemas.openxmlformats.org/officeDocument/2006/relationships/notesSlide" Target="/ppt/notesSlides/notesSlide7.xml" Id="Rb804b6c230174b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08135df09e4081" /><Relationship Type="http://schemas.openxmlformats.org/officeDocument/2006/relationships/notesSlide" Target="/ppt/notesSlides/notesSlide8.xml" Id="Rf2e379f80dea41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7c7703e55b42be" /><Relationship Type="http://schemas.openxmlformats.org/officeDocument/2006/relationships/notesSlide" Target="/ppt/notesSlides/notesSlide9.xml" Id="R9e5135a337bc4bf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bc1dba1409446a" /><Relationship Type="http://schemas.openxmlformats.org/officeDocument/2006/relationships/notesSlide" Target="/ppt/notesSlides/notesSlide10.xml" Id="Rd8e920ab39c2483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adfab748514e9a" /><Relationship Type="http://schemas.openxmlformats.org/officeDocument/2006/relationships/notesSlide" Target="/ppt/notesSlides/notesSlide11.xml" Id="R6996ab64a1914b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48469c4e7c4c1d" /><Relationship Type="http://schemas.openxmlformats.org/officeDocument/2006/relationships/notesSlide" Target="/ppt/notesSlides/notesSlide12.xml" Id="Re96850a5e7e44d1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9dcdb7a8674e60" /><Relationship Type="http://schemas.openxmlformats.org/officeDocument/2006/relationships/notesSlide" Target="/ppt/notesSlides/notesSlide13.xml" Id="R17427ad69cef443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bcc06d4c684c3b" /><Relationship Type="http://schemas.openxmlformats.org/officeDocument/2006/relationships/notesSlide" Target="/ppt/notesSlides/notesSlide14.xml" Id="Rf5792350676446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276C13-593D-4782-BC2A-B9CAB6B1E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5B7BC"/>
                </a:solidFill>
              </a:defRPr>
            </a:defPPr>
            <a:lvl1pPr>
              <a:defRPr sz="1275" b="0">
                <a:solidFill>
                  <a:srgbClr val="A5B7BC"/>
                </a:solidFill>
              </a:defRPr>
            </a:lvl1pPr>
            <a:lvl2pPr>
              <a:defRPr sz="1275" b="0">
                <a:solidFill>
                  <a:srgbClr val="A5B7BC"/>
                </a:solidFill>
              </a:defRPr>
            </a:lvl2pPr>
            <a:lvl3pPr>
              <a:defRPr sz="1275" b="0">
                <a:solidFill>
                  <a:srgbClr val="A5B7BC"/>
                </a:solidFill>
              </a:defRPr>
            </a:lvl3pPr>
            <a:lvl4pPr>
              <a:defRPr sz="1275" b="0">
                <a:solidFill>
                  <a:srgbClr val="A5B7BC"/>
                </a:solidFill>
              </a:defRPr>
            </a:lvl4pPr>
            <a:lvl5pPr>
              <a:defRPr sz="1275" b="0">
                <a:solidFill>
                  <a:srgbClr val="A5B7BC"/>
                </a:solidFill>
              </a:defRPr>
            </a:lvl5pPr>
            <a:lvl6pPr>
              <a:defRPr sz="1275" b="0">
                <a:solidFill>
                  <a:srgbClr val="A5B7BC"/>
                </a:solidFill>
              </a:defRPr>
            </a:lvl6pPr>
            <a:lvl7pPr>
              <a:defRPr sz="1275" b="0">
                <a:solidFill>
                  <a:srgbClr val="A5B7BC"/>
                </a:solidFill>
              </a:defRPr>
            </a:lvl7pPr>
            <a:lvl8pPr>
              <a:defRPr sz="1275" b="0">
                <a:solidFill>
                  <a:srgbClr val="A5B7BC"/>
                </a:solidFill>
              </a:defRPr>
            </a:lvl8pPr>
            <a:lvl9pPr>
              <a:defRPr sz="1275" b="0">
                <a:solidFill>
                  <a:srgbClr val="A5B7B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7BC"/>
                </a:solidFill>
              </a:defRPr>
            </a:pPr>
            <a:r>
              <a:rPr sz="1275" b="0">
                <a:solidFill>
                  <a:srgbClr val="A5B7BC"/>
                </a:solidFill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71A54B-88B1-4936-BB48-823AA24FE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B7EF7A"/>
                </a:solidFill>
              </a:defRPr>
            </a:defPPr>
            <a:lvl1pPr>
              <a:defRPr sz="1650" b="1">
                <a:solidFill>
                  <a:srgbClr val="B7EF7A"/>
                </a:solidFill>
              </a:defRPr>
            </a:lvl1pPr>
            <a:lvl2pPr>
              <a:defRPr sz="1650" b="1">
                <a:solidFill>
                  <a:srgbClr val="B7EF7A"/>
                </a:solidFill>
              </a:defRPr>
            </a:lvl2pPr>
            <a:lvl3pPr>
              <a:defRPr sz="1650" b="1">
                <a:solidFill>
                  <a:srgbClr val="B7EF7A"/>
                </a:solidFill>
              </a:defRPr>
            </a:lvl3pPr>
            <a:lvl4pPr>
              <a:defRPr sz="1650" b="1">
                <a:solidFill>
                  <a:srgbClr val="B7EF7A"/>
                </a:solidFill>
              </a:defRPr>
            </a:lvl4pPr>
            <a:lvl5pPr>
              <a:defRPr sz="1650" b="1">
                <a:solidFill>
                  <a:srgbClr val="B7EF7A"/>
                </a:solidFill>
              </a:defRPr>
            </a:lvl5pPr>
            <a:lvl6pPr>
              <a:defRPr sz="1650" b="1">
                <a:solidFill>
                  <a:srgbClr val="B7EF7A"/>
                </a:solidFill>
              </a:defRPr>
            </a:lvl6pPr>
            <a:lvl7pPr>
              <a:defRPr sz="1650" b="1">
                <a:solidFill>
                  <a:srgbClr val="B7EF7A"/>
                </a:solidFill>
              </a:defRPr>
            </a:lvl7pPr>
            <a:lvl8pPr>
              <a:defRPr sz="1650" b="1">
                <a:solidFill>
                  <a:srgbClr val="B7EF7A"/>
                </a:solidFill>
              </a:defRPr>
            </a:lvl8pPr>
            <a:lvl9pPr>
              <a:defRPr sz="1650" b="1">
                <a:solidFill>
                  <a:srgbClr val="B7EF7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7EF7A"/>
                </a:solidFill>
              </a:defRPr>
            </a:pPr>
            <a:r>
              <a:rPr sz="1650" b="1">
                <a:solidFill>
                  <a:srgbClr val="B7EF7A"/>
                </a:solidFill>
              </a:rPr>
              <a:t>PLATFORMË PËR KLUBE DHE AKADEMI FUTBOLLI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1FEC7-1667-4647-990A-E279219B4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100" b="1">
                <a:solidFill>
                  <a:srgbClr val="FFFFFF"/>
                </a:solidFill>
              </a:defRPr>
            </a:defPPr>
            <a:lvl1pPr>
              <a:defRPr sz="5100" b="1">
                <a:solidFill>
                  <a:srgbClr val="FFFFFF"/>
                </a:solidFill>
              </a:defRPr>
            </a:lvl1pPr>
            <a:lvl2pPr>
              <a:defRPr sz="5100" b="1">
                <a:solidFill>
                  <a:srgbClr val="FFFFFF"/>
                </a:solidFill>
              </a:defRPr>
            </a:lvl2pPr>
            <a:lvl3pPr>
              <a:defRPr sz="5100" b="1">
                <a:solidFill>
                  <a:srgbClr val="FFFFFF"/>
                </a:solidFill>
              </a:defRPr>
            </a:lvl3pPr>
            <a:lvl4pPr>
              <a:defRPr sz="5100" b="1">
                <a:solidFill>
                  <a:srgbClr val="FFFFFF"/>
                </a:solidFill>
              </a:defRPr>
            </a:lvl4pPr>
            <a:lvl5pPr>
              <a:defRPr sz="5100" b="1">
                <a:solidFill>
                  <a:srgbClr val="FFFFFF"/>
                </a:solidFill>
              </a:defRPr>
            </a:lvl5pPr>
            <a:lvl6pPr>
              <a:defRPr sz="5100" b="1">
                <a:solidFill>
                  <a:srgbClr val="FFFFFF"/>
                </a:solidFill>
              </a:defRPr>
            </a:lvl6pPr>
            <a:lvl7pPr>
              <a:defRPr sz="5100" b="1">
                <a:solidFill>
                  <a:srgbClr val="FFFFFF"/>
                </a:solidFill>
              </a:defRPr>
            </a:lvl7pPr>
            <a:lvl8pPr>
              <a:defRPr sz="5100" b="1">
                <a:solidFill>
                  <a:srgbClr val="FFFFFF"/>
                </a:solidFill>
              </a:defRPr>
            </a:lvl8pPr>
            <a:lvl9pPr>
              <a:defRPr sz="51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Menaxhimi i klubit</a:t>
            </a:r>
          </a:p>
          <a:p xmlns:a="http://schemas.openxmlformats.org/drawingml/2006/main">
            <a:pPr>
              <a:defRPr sz="5100" b="1">
                <a:solidFill>
                  <a:srgbClr val="FFFFFF"/>
                </a:solidFill>
              </a:defRPr>
            </a:pPr>
            <a:r>
              <a:rPr sz="5100" b="1">
                <a:solidFill>
                  <a:srgbClr val="FFFFFF"/>
                </a:solidFill>
              </a:rPr>
              <a:t>në një platformë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E92F1-EFCA-4BAE-B071-B21CC5CB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2437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C8D8DD"/>
                </a:solidFill>
              </a:defRPr>
            </a:defPPr>
            <a:lvl1pPr>
              <a:defRPr sz="2250" b="0">
                <a:solidFill>
                  <a:srgbClr val="C8D8DD"/>
                </a:solidFill>
              </a:defRPr>
            </a:lvl1pPr>
            <a:lvl2pPr>
              <a:defRPr sz="2250" b="0">
                <a:solidFill>
                  <a:srgbClr val="C8D8DD"/>
                </a:solidFill>
              </a:defRPr>
            </a:lvl2pPr>
            <a:lvl3pPr>
              <a:defRPr sz="2250" b="0">
                <a:solidFill>
                  <a:srgbClr val="C8D8DD"/>
                </a:solidFill>
              </a:defRPr>
            </a:lvl3pPr>
            <a:lvl4pPr>
              <a:defRPr sz="2250" b="0">
                <a:solidFill>
                  <a:srgbClr val="C8D8DD"/>
                </a:solidFill>
              </a:defRPr>
            </a:lvl4pPr>
            <a:lvl5pPr>
              <a:defRPr sz="2250" b="0">
                <a:solidFill>
                  <a:srgbClr val="C8D8DD"/>
                </a:solidFill>
              </a:defRPr>
            </a:lvl5pPr>
            <a:lvl6pPr>
              <a:defRPr sz="2250" b="0">
                <a:solidFill>
                  <a:srgbClr val="C8D8DD"/>
                </a:solidFill>
              </a:defRPr>
            </a:lvl6pPr>
            <a:lvl7pPr>
              <a:defRPr sz="2250" b="0">
                <a:solidFill>
                  <a:srgbClr val="C8D8DD"/>
                </a:solidFill>
              </a:defRPr>
            </a:lvl7pPr>
            <a:lvl8pPr>
              <a:defRPr sz="2250" b="0">
                <a:solidFill>
                  <a:srgbClr val="C8D8DD"/>
                </a:solidFill>
              </a:defRPr>
            </a:lvl8pPr>
            <a:lvl9pPr>
              <a:defRPr sz="2250" b="0">
                <a:solidFill>
                  <a:srgbClr val="C8D8DD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C8D8DD"/>
                </a:solidFill>
              </a:defRPr>
            </a:pPr>
            <a:r>
              <a:rPr sz="2250" b="0">
                <a:solidFill>
                  <a:srgbClr val="C8D8DD"/>
                </a:solidFill>
              </a:rPr>
              <a:t>Puna e përditshme e klubit, e lidhur me lojtarin.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02078-4AC4-417D-8A75-8E305D3C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904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C8D8DD"/>
                </a:solidFill>
              </a:defRPr>
            </a:defPPr>
            <a:lvl1pPr>
              <a:defRPr sz="1650" b="0">
                <a:solidFill>
                  <a:srgbClr val="C8D8DD"/>
                </a:solidFill>
              </a:defRPr>
            </a:lvl1pPr>
            <a:lvl2pPr>
              <a:defRPr sz="1650" b="0">
                <a:solidFill>
                  <a:srgbClr val="C8D8DD"/>
                </a:solidFill>
              </a:defRPr>
            </a:lvl2pPr>
            <a:lvl3pPr>
              <a:defRPr sz="1650" b="0">
                <a:solidFill>
                  <a:srgbClr val="C8D8DD"/>
                </a:solidFill>
              </a:defRPr>
            </a:lvl3pPr>
            <a:lvl4pPr>
              <a:defRPr sz="1650" b="0">
                <a:solidFill>
                  <a:srgbClr val="C8D8DD"/>
                </a:solidFill>
              </a:defRPr>
            </a:lvl4pPr>
            <a:lvl5pPr>
              <a:defRPr sz="1650" b="0">
                <a:solidFill>
                  <a:srgbClr val="C8D8DD"/>
                </a:solidFill>
              </a:defRPr>
            </a:lvl5pPr>
            <a:lvl6pPr>
              <a:defRPr sz="1650" b="0">
                <a:solidFill>
                  <a:srgbClr val="C8D8DD"/>
                </a:solidFill>
              </a:defRPr>
            </a:lvl6pPr>
            <a:lvl7pPr>
              <a:defRPr sz="1650" b="0">
                <a:solidFill>
                  <a:srgbClr val="C8D8DD"/>
                </a:solidFill>
              </a:defRPr>
            </a:lvl7pPr>
            <a:lvl8pPr>
              <a:defRPr sz="1650" b="0">
                <a:solidFill>
                  <a:srgbClr val="C8D8DD"/>
                </a:solidFill>
              </a:defRPr>
            </a:lvl8pPr>
            <a:lvl9pPr>
              <a:defRPr sz="1650" b="0">
                <a:solidFill>
                  <a:srgbClr val="C8D8DD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C8D8DD"/>
                </a:solidFill>
              </a:defRPr>
            </a:pPr>
            <a:r>
              <a:rPr sz="1650" b="0">
                <a:solidFill>
                  <a:srgbClr val="C8D8DD"/>
                </a:solidFill>
              </a:rPr>
              <a:t>Prezantim për drejtuesit e klubeve</a:t>
            </a:r>
          </a:p>
        </p:txBody>
      </p:sp>
    </p:spTree>
    <p:extLst>
      <p:ext uri="{BB962C8B-B14F-4D97-AF65-F5344CB8AC3E}">
        <p14:creationId xmlns:p14="http://schemas.microsoft.com/office/powerpoint/2010/main" val="20910509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23942-1073-4A86-961A-FFD617A1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8"/>
                </a:solidFill>
              </a:defRPr>
            </a:defPPr>
            <a:lvl1pPr>
              <a:defRPr sz="3300" b="1">
                <a:solidFill>
                  <a:srgbClr val="122B38"/>
                </a:solidFill>
              </a:defRPr>
            </a:lvl1pPr>
            <a:lvl2pPr>
              <a:defRPr sz="3300" b="1">
                <a:solidFill>
                  <a:srgbClr val="122B38"/>
                </a:solidFill>
              </a:defRPr>
            </a:lvl2pPr>
            <a:lvl3pPr>
              <a:defRPr sz="3300" b="1">
                <a:solidFill>
                  <a:srgbClr val="122B38"/>
                </a:solidFill>
              </a:defRPr>
            </a:lvl3pPr>
            <a:lvl4pPr>
              <a:defRPr sz="3300" b="1">
                <a:solidFill>
                  <a:srgbClr val="122B38"/>
                </a:solidFill>
              </a:defRPr>
            </a:lvl4pPr>
            <a:lvl5pPr>
              <a:defRPr sz="3300" b="1">
                <a:solidFill>
                  <a:srgbClr val="122B38"/>
                </a:solidFill>
              </a:defRPr>
            </a:lvl5pPr>
            <a:lvl6pPr>
              <a:defRPr sz="3300" b="1">
                <a:solidFill>
                  <a:srgbClr val="122B38"/>
                </a:solidFill>
              </a:defRPr>
            </a:lvl6pPr>
            <a:lvl7pPr>
              <a:defRPr sz="3300" b="1">
                <a:solidFill>
                  <a:srgbClr val="122B38"/>
                </a:solidFill>
              </a:defRPr>
            </a:lvl7pPr>
            <a:lvl8pPr>
              <a:defRPr sz="3300" b="1">
                <a:solidFill>
                  <a:srgbClr val="122B38"/>
                </a:solidFill>
              </a:defRPr>
            </a:lvl8pPr>
            <a:lvl9pPr>
              <a:defRPr sz="3300" b="1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8"/>
                </a:solidFill>
              </a:defRPr>
            </a:pPr>
            <a:r>
              <a:rPr sz="3300" b="1">
                <a:solidFill>
                  <a:srgbClr val="122B38"/>
                </a:solidFill>
              </a:rPr>
              <a:t>Informacioni i shpërndarë e vështirëson punën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5E4B3-DA20-4A67-AB08-43CFA70D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07B"/>
                </a:solidFill>
              </a:defRPr>
            </a:defPPr>
            <a:lvl1pPr>
              <a:defRPr sz="1275" b="0">
                <a:solidFill>
                  <a:srgbClr val="58707B"/>
                </a:solidFill>
              </a:defRPr>
            </a:lvl1pPr>
            <a:lvl2pPr>
              <a:defRPr sz="1275" b="0">
                <a:solidFill>
                  <a:srgbClr val="58707B"/>
                </a:solidFill>
              </a:defRPr>
            </a:lvl2pPr>
            <a:lvl3pPr>
              <a:defRPr sz="1275" b="0">
                <a:solidFill>
                  <a:srgbClr val="58707B"/>
                </a:solidFill>
              </a:defRPr>
            </a:lvl3pPr>
            <a:lvl4pPr>
              <a:defRPr sz="1275" b="0">
                <a:solidFill>
                  <a:srgbClr val="58707B"/>
                </a:solidFill>
              </a:defRPr>
            </a:lvl4pPr>
            <a:lvl5pPr>
              <a:defRPr sz="1275" b="0">
                <a:solidFill>
                  <a:srgbClr val="58707B"/>
                </a:solidFill>
              </a:defRPr>
            </a:lvl5pPr>
            <a:lvl6pPr>
              <a:defRPr sz="1275" b="0">
                <a:solidFill>
                  <a:srgbClr val="58707B"/>
                </a:solidFill>
              </a:defRPr>
            </a:lvl6pPr>
            <a:lvl7pPr>
              <a:defRPr sz="1275" b="0">
                <a:solidFill>
                  <a:srgbClr val="58707B"/>
                </a:solidFill>
              </a:defRPr>
            </a:lvl7pPr>
            <a:lvl8pPr>
              <a:defRPr sz="1275" b="0">
                <a:solidFill>
                  <a:srgbClr val="58707B"/>
                </a:solidFill>
              </a:defRPr>
            </a:lvl8pPr>
            <a:lvl9pPr>
              <a:defRPr sz="1275" b="0">
                <a:solidFill>
                  <a:srgbClr val="58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07B"/>
                </a:solidFill>
              </a:defRPr>
            </a:pPr>
            <a:r>
              <a:rPr sz="1275" b="0">
                <a:solidFill>
                  <a:srgbClr val="58707B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63854C-8A5D-4B18-8215-84968FC9E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68"/>
                </a:solidFill>
              </a:defRPr>
            </a:defPPr>
            <a:lvl1pPr>
              <a:defRPr sz="2250" b="1">
                <a:solidFill>
                  <a:srgbClr val="087F68"/>
                </a:solidFill>
              </a:defRPr>
            </a:lvl1pPr>
            <a:lvl2pPr>
              <a:defRPr sz="2250" b="1">
                <a:solidFill>
                  <a:srgbClr val="087F68"/>
                </a:solidFill>
              </a:defRPr>
            </a:lvl2pPr>
            <a:lvl3pPr>
              <a:defRPr sz="2250" b="1">
                <a:solidFill>
                  <a:srgbClr val="087F68"/>
                </a:solidFill>
              </a:defRPr>
            </a:lvl3pPr>
            <a:lvl4pPr>
              <a:defRPr sz="2250" b="1">
                <a:solidFill>
                  <a:srgbClr val="087F68"/>
                </a:solidFill>
              </a:defRPr>
            </a:lvl4pPr>
            <a:lvl5pPr>
              <a:defRPr sz="2250" b="1">
                <a:solidFill>
                  <a:srgbClr val="087F68"/>
                </a:solidFill>
              </a:defRPr>
            </a:lvl5pPr>
            <a:lvl6pPr>
              <a:defRPr sz="2250" b="1">
                <a:solidFill>
                  <a:srgbClr val="087F68"/>
                </a:solidFill>
              </a:defRPr>
            </a:lvl6pPr>
            <a:lvl7pPr>
              <a:defRPr sz="2250" b="1">
                <a:solidFill>
                  <a:srgbClr val="087F68"/>
                </a:solidFill>
              </a:defRPr>
            </a:lvl7pPr>
            <a:lvl8pPr>
              <a:defRPr sz="2250" b="1">
                <a:solidFill>
                  <a:srgbClr val="087F68"/>
                </a:solidFill>
              </a:defRPr>
            </a:lvl8pPr>
            <a:lvl9pPr>
              <a:defRPr sz="2250" b="1">
                <a:solidFill>
                  <a:srgbClr val="087F6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68"/>
                </a:solidFill>
              </a:defRPr>
            </a:pPr>
            <a:r>
              <a:rPr sz="2250" b="1">
                <a:solidFill>
                  <a:srgbClr val="087F68"/>
                </a:solidFill>
              </a:rPr>
              <a:t>Në stërvitje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CBD0F3-6B40-4174-9F80-D72040D4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2B38"/>
                </a:solidFill>
              </a:defRPr>
            </a:defPPr>
            <a:lvl1pPr>
              <a:defRPr sz="2025" b="0">
                <a:solidFill>
                  <a:srgbClr val="122B38"/>
                </a:solidFill>
              </a:defRPr>
            </a:lvl1pPr>
            <a:lvl2pPr>
              <a:defRPr sz="2025" b="0">
                <a:solidFill>
                  <a:srgbClr val="122B38"/>
                </a:solidFill>
              </a:defRPr>
            </a:lvl2pPr>
            <a:lvl3pPr>
              <a:defRPr sz="2025" b="0">
                <a:solidFill>
                  <a:srgbClr val="122B38"/>
                </a:solidFill>
              </a:defRPr>
            </a:lvl3pPr>
            <a:lvl4pPr>
              <a:defRPr sz="2025" b="0">
                <a:solidFill>
                  <a:srgbClr val="122B38"/>
                </a:solidFill>
              </a:defRPr>
            </a:lvl4pPr>
            <a:lvl5pPr>
              <a:defRPr sz="2025" b="0">
                <a:solidFill>
                  <a:srgbClr val="122B38"/>
                </a:solidFill>
              </a:defRPr>
            </a:lvl5pPr>
            <a:lvl6pPr>
              <a:defRPr sz="2025" b="0">
                <a:solidFill>
                  <a:srgbClr val="122B38"/>
                </a:solidFill>
              </a:defRPr>
            </a:lvl6pPr>
            <a:lvl7pPr>
              <a:defRPr sz="2025" b="0">
                <a:solidFill>
                  <a:srgbClr val="122B38"/>
                </a:solidFill>
              </a:defRPr>
            </a:lvl7pPr>
            <a:lvl8pPr>
              <a:defRPr sz="2025" b="0">
                <a:solidFill>
                  <a:srgbClr val="122B38"/>
                </a:solidFill>
              </a:defRPr>
            </a:lvl8pPr>
            <a:lvl9pPr>
              <a:defRPr sz="2025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B38"/>
                </a:solidFill>
              </a:defRPr>
            </a:pPr>
            <a:r>
              <a:rPr sz="2025" b="0">
                <a:solidFill>
                  <a:srgbClr val="122B38"/>
                </a:solidFill>
              </a:rPr>
              <a:t>Prezenca dhe vlerësimet mund të mbeten në shënime të veçuara.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C544E1-B2CA-416E-8EF1-A9D90240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68"/>
                </a:solidFill>
              </a:defRPr>
            </a:defPPr>
            <a:lvl1pPr>
              <a:defRPr sz="2250" b="1">
                <a:solidFill>
                  <a:srgbClr val="087F68"/>
                </a:solidFill>
              </a:defRPr>
            </a:lvl1pPr>
            <a:lvl2pPr>
              <a:defRPr sz="2250" b="1">
                <a:solidFill>
                  <a:srgbClr val="087F68"/>
                </a:solidFill>
              </a:defRPr>
            </a:lvl2pPr>
            <a:lvl3pPr>
              <a:defRPr sz="2250" b="1">
                <a:solidFill>
                  <a:srgbClr val="087F68"/>
                </a:solidFill>
              </a:defRPr>
            </a:lvl3pPr>
            <a:lvl4pPr>
              <a:defRPr sz="2250" b="1">
                <a:solidFill>
                  <a:srgbClr val="087F68"/>
                </a:solidFill>
              </a:defRPr>
            </a:lvl4pPr>
            <a:lvl5pPr>
              <a:defRPr sz="2250" b="1">
                <a:solidFill>
                  <a:srgbClr val="087F68"/>
                </a:solidFill>
              </a:defRPr>
            </a:lvl5pPr>
            <a:lvl6pPr>
              <a:defRPr sz="2250" b="1">
                <a:solidFill>
                  <a:srgbClr val="087F68"/>
                </a:solidFill>
              </a:defRPr>
            </a:lvl6pPr>
            <a:lvl7pPr>
              <a:defRPr sz="2250" b="1">
                <a:solidFill>
                  <a:srgbClr val="087F68"/>
                </a:solidFill>
              </a:defRPr>
            </a:lvl7pPr>
            <a:lvl8pPr>
              <a:defRPr sz="2250" b="1">
                <a:solidFill>
                  <a:srgbClr val="087F68"/>
                </a:solidFill>
              </a:defRPr>
            </a:lvl8pPr>
            <a:lvl9pPr>
              <a:defRPr sz="2250" b="1">
                <a:solidFill>
                  <a:srgbClr val="087F6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68"/>
                </a:solidFill>
              </a:defRPr>
            </a:pPr>
            <a:r>
              <a:rPr sz="2250" b="1">
                <a:solidFill>
                  <a:srgbClr val="087F68"/>
                </a:solidFill>
              </a:rPr>
              <a:t>Në administratë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3B5295-1D1D-4B1D-A305-776E9702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2B38"/>
                </a:solidFill>
              </a:defRPr>
            </a:defPPr>
            <a:lvl1pPr>
              <a:defRPr sz="2025" b="0">
                <a:solidFill>
                  <a:srgbClr val="122B38"/>
                </a:solidFill>
              </a:defRPr>
            </a:lvl1pPr>
            <a:lvl2pPr>
              <a:defRPr sz="2025" b="0">
                <a:solidFill>
                  <a:srgbClr val="122B38"/>
                </a:solidFill>
              </a:defRPr>
            </a:lvl2pPr>
            <a:lvl3pPr>
              <a:defRPr sz="2025" b="0">
                <a:solidFill>
                  <a:srgbClr val="122B38"/>
                </a:solidFill>
              </a:defRPr>
            </a:lvl3pPr>
            <a:lvl4pPr>
              <a:defRPr sz="2025" b="0">
                <a:solidFill>
                  <a:srgbClr val="122B38"/>
                </a:solidFill>
              </a:defRPr>
            </a:lvl4pPr>
            <a:lvl5pPr>
              <a:defRPr sz="2025" b="0">
                <a:solidFill>
                  <a:srgbClr val="122B38"/>
                </a:solidFill>
              </a:defRPr>
            </a:lvl5pPr>
            <a:lvl6pPr>
              <a:defRPr sz="2025" b="0">
                <a:solidFill>
                  <a:srgbClr val="122B38"/>
                </a:solidFill>
              </a:defRPr>
            </a:lvl6pPr>
            <a:lvl7pPr>
              <a:defRPr sz="2025" b="0">
                <a:solidFill>
                  <a:srgbClr val="122B38"/>
                </a:solidFill>
              </a:defRPr>
            </a:lvl7pPr>
            <a:lvl8pPr>
              <a:defRPr sz="2025" b="0">
                <a:solidFill>
                  <a:srgbClr val="122B38"/>
                </a:solidFill>
              </a:defRPr>
            </a:lvl8pPr>
            <a:lvl9pPr>
              <a:defRPr sz="2025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B38"/>
                </a:solidFill>
              </a:defRPr>
            </a:pPr>
            <a:r>
              <a:rPr sz="2025" b="0">
                <a:solidFill>
                  <a:srgbClr val="122B38"/>
                </a:solidFill>
              </a:rPr>
              <a:t>Pagesat dhe dokumentet kërkojnë kontroll mes disa listave.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ED35A1-0169-4C9A-9ABE-4B31B4FE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68"/>
                </a:solidFill>
              </a:defRPr>
            </a:defPPr>
            <a:lvl1pPr>
              <a:defRPr sz="2250" b="1">
                <a:solidFill>
                  <a:srgbClr val="087F68"/>
                </a:solidFill>
              </a:defRPr>
            </a:lvl1pPr>
            <a:lvl2pPr>
              <a:defRPr sz="2250" b="1">
                <a:solidFill>
                  <a:srgbClr val="087F68"/>
                </a:solidFill>
              </a:defRPr>
            </a:lvl2pPr>
            <a:lvl3pPr>
              <a:defRPr sz="2250" b="1">
                <a:solidFill>
                  <a:srgbClr val="087F68"/>
                </a:solidFill>
              </a:defRPr>
            </a:lvl3pPr>
            <a:lvl4pPr>
              <a:defRPr sz="2250" b="1">
                <a:solidFill>
                  <a:srgbClr val="087F68"/>
                </a:solidFill>
              </a:defRPr>
            </a:lvl4pPr>
            <a:lvl5pPr>
              <a:defRPr sz="2250" b="1">
                <a:solidFill>
                  <a:srgbClr val="087F68"/>
                </a:solidFill>
              </a:defRPr>
            </a:lvl5pPr>
            <a:lvl6pPr>
              <a:defRPr sz="2250" b="1">
                <a:solidFill>
                  <a:srgbClr val="087F68"/>
                </a:solidFill>
              </a:defRPr>
            </a:lvl6pPr>
            <a:lvl7pPr>
              <a:defRPr sz="2250" b="1">
                <a:solidFill>
                  <a:srgbClr val="087F68"/>
                </a:solidFill>
              </a:defRPr>
            </a:lvl7pPr>
            <a:lvl8pPr>
              <a:defRPr sz="2250" b="1">
                <a:solidFill>
                  <a:srgbClr val="087F68"/>
                </a:solidFill>
              </a:defRPr>
            </a:lvl8pPr>
            <a:lvl9pPr>
              <a:defRPr sz="2250" b="1">
                <a:solidFill>
                  <a:srgbClr val="087F6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68"/>
                </a:solidFill>
              </a:defRPr>
            </a:pPr>
            <a:r>
              <a:rPr sz="2250" b="1">
                <a:solidFill>
                  <a:srgbClr val="087F68"/>
                </a:solidFill>
              </a:rPr>
              <a:t>Me prindërit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104B45-E8EE-44D2-8187-FC6F62D3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2B38"/>
                </a:solidFill>
              </a:defRPr>
            </a:defPPr>
            <a:lvl1pPr>
              <a:defRPr sz="2025" b="0">
                <a:solidFill>
                  <a:srgbClr val="122B38"/>
                </a:solidFill>
              </a:defRPr>
            </a:lvl1pPr>
            <a:lvl2pPr>
              <a:defRPr sz="2025" b="0">
                <a:solidFill>
                  <a:srgbClr val="122B38"/>
                </a:solidFill>
              </a:defRPr>
            </a:lvl2pPr>
            <a:lvl3pPr>
              <a:defRPr sz="2025" b="0">
                <a:solidFill>
                  <a:srgbClr val="122B38"/>
                </a:solidFill>
              </a:defRPr>
            </a:lvl3pPr>
            <a:lvl4pPr>
              <a:defRPr sz="2025" b="0">
                <a:solidFill>
                  <a:srgbClr val="122B38"/>
                </a:solidFill>
              </a:defRPr>
            </a:lvl4pPr>
            <a:lvl5pPr>
              <a:defRPr sz="2025" b="0">
                <a:solidFill>
                  <a:srgbClr val="122B38"/>
                </a:solidFill>
              </a:defRPr>
            </a:lvl5pPr>
            <a:lvl6pPr>
              <a:defRPr sz="2025" b="0">
                <a:solidFill>
                  <a:srgbClr val="122B38"/>
                </a:solidFill>
              </a:defRPr>
            </a:lvl6pPr>
            <a:lvl7pPr>
              <a:defRPr sz="2025" b="0">
                <a:solidFill>
                  <a:srgbClr val="122B38"/>
                </a:solidFill>
              </a:defRPr>
            </a:lvl7pPr>
            <a:lvl8pPr>
              <a:defRPr sz="2025" b="0">
                <a:solidFill>
                  <a:srgbClr val="122B38"/>
                </a:solidFill>
              </a:defRPr>
            </a:lvl8pPr>
            <a:lvl9pPr>
              <a:defRPr sz="2025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B38"/>
                </a:solidFill>
              </a:defRPr>
            </a:pPr>
            <a:r>
              <a:rPr sz="2025" b="0">
                <a:solidFill>
                  <a:srgbClr val="122B38"/>
                </a:solidFill>
              </a:rPr>
              <a:t>Orari dhe pyetjet e përsëritura kalojnë nëpër mesazhe.</a:t>
            </a:r>
          </a:p>
        </p:txBody>
      </p:sp>
    </p:spTree>
    <p:extLst>
      <p:ext uri="{BB962C8B-B14F-4D97-AF65-F5344CB8AC3E}">
        <p14:creationId xmlns:p14="http://schemas.microsoft.com/office/powerpoint/2010/main" val="1503747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02D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71057C-D46C-4298-896E-F964C3E1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FFFFFF"/>
                </a:solidFill>
              </a:defRPr>
            </a:defPPr>
            <a:lvl1pPr>
              <a:defRPr sz="3300" b="1">
                <a:solidFill>
                  <a:srgbClr val="FFFFFF"/>
                </a:solidFill>
              </a:defRPr>
            </a:lvl1pPr>
            <a:lvl2pPr>
              <a:defRPr sz="3300" b="1">
                <a:solidFill>
                  <a:srgbClr val="FFFFFF"/>
                </a:solidFill>
              </a:defRPr>
            </a:lvl2pPr>
            <a:lvl3pPr>
              <a:defRPr sz="3300" b="1">
                <a:solidFill>
                  <a:srgbClr val="FFFFFF"/>
                </a:solidFill>
              </a:defRPr>
            </a:lvl3pPr>
            <a:lvl4pPr>
              <a:defRPr sz="3300" b="1">
                <a:solidFill>
                  <a:srgbClr val="FFFFFF"/>
                </a:solidFill>
              </a:defRPr>
            </a:lvl4pPr>
            <a:lvl5pPr>
              <a:defRPr sz="3300" b="1">
                <a:solidFill>
                  <a:srgbClr val="FFFFFF"/>
                </a:solidFill>
              </a:defRPr>
            </a:lvl5pPr>
            <a:lvl6pPr>
              <a:defRPr sz="3300" b="1">
                <a:solidFill>
                  <a:srgbClr val="FFFFFF"/>
                </a:solidFill>
              </a:defRPr>
            </a:lvl6pPr>
            <a:lvl7pPr>
              <a:defRPr sz="3300" b="1">
                <a:solidFill>
                  <a:srgbClr val="FFFFFF"/>
                </a:solidFill>
              </a:defRPr>
            </a:lvl7pPr>
            <a:lvl8pPr>
              <a:defRPr sz="3300" b="1">
                <a:solidFill>
                  <a:srgbClr val="FFFFFF"/>
                </a:solidFill>
              </a:defRPr>
            </a:lvl8pPr>
            <a:lvl9pPr>
              <a:defRPr sz="33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Një kartelë që e lidh punën e klubit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F4D4C-EC5A-4F79-83C7-4CD74BB85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5B7BC"/>
                </a:solidFill>
              </a:defRPr>
            </a:defPPr>
            <a:lvl1pPr>
              <a:defRPr sz="1275" b="0">
                <a:solidFill>
                  <a:srgbClr val="A5B7BC"/>
                </a:solidFill>
              </a:defRPr>
            </a:lvl1pPr>
            <a:lvl2pPr>
              <a:defRPr sz="1275" b="0">
                <a:solidFill>
                  <a:srgbClr val="A5B7BC"/>
                </a:solidFill>
              </a:defRPr>
            </a:lvl2pPr>
            <a:lvl3pPr>
              <a:defRPr sz="1275" b="0">
                <a:solidFill>
                  <a:srgbClr val="A5B7BC"/>
                </a:solidFill>
              </a:defRPr>
            </a:lvl3pPr>
            <a:lvl4pPr>
              <a:defRPr sz="1275" b="0">
                <a:solidFill>
                  <a:srgbClr val="A5B7BC"/>
                </a:solidFill>
              </a:defRPr>
            </a:lvl4pPr>
            <a:lvl5pPr>
              <a:defRPr sz="1275" b="0">
                <a:solidFill>
                  <a:srgbClr val="A5B7BC"/>
                </a:solidFill>
              </a:defRPr>
            </a:lvl5pPr>
            <a:lvl6pPr>
              <a:defRPr sz="1275" b="0">
                <a:solidFill>
                  <a:srgbClr val="A5B7BC"/>
                </a:solidFill>
              </a:defRPr>
            </a:lvl6pPr>
            <a:lvl7pPr>
              <a:defRPr sz="1275" b="0">
                <a:solidFill>
                  <a:srgbClr val="A5B7BC"/>
                </a:solidFill>
              </a:defRPr>
            </a:lvl7pPr>
            <a:lvl8pPr>
              <a:defRPr sz="1275" b="0">
                <a:solidFill>
                  <a:srgbClr val="A5B7BC"/>
                </a:solidFill>
              </a:defRPr>
            </a:lvl8pPr>
            <a:lvl9pPr>
              <a:defRPr sz="1275" b="0">
                <a:solidFill>
                  <a:srgbClr val="A5B7B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7BC"/>
                </a:solidFill>
              </a:defRPr>
            </a:pPr>
            <a:r>
              <a:rPr sz="1275" b="0">
                <a:solidFill>
                  <a:srgbClr val="A5B7BC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8F95AB-08A0-428F-8490-8885D5D9C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91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B7EF7A"/>
                </a:solidFill>
              </a:defRPr>
            </a:defPPr>
            <a:lvl1pPr>
              <a:defRPr sz="4950" b="1">
                <a:solidFill>
                  <a:srgbClr val="B7EF7A"/>
                </a:solidFill>
              </a:defRPr>
            </a:lvl1pPr>
            <a:lvl2pPr>
              <a:defRPr sz="4950" b="1">
                <a:solidFill>
                  <a:srgbClr val="B7EF7A"/>
                </a:solidFill>
              </a:defRPr>
            </a:lvl2pPr>
            <a:lvl3pPr>
              <a:defRPr sz="4950" b="1">
                <a:solidFill>
                  <a:srgbClr val="B7EF7A"/>
                </a:solidFill>
              </a:defRPr>
            </a:lvl3pPr>
            <a:lvl4pPr>
              <a:defRPr sz="4950" b="1">
                <a:solidFill>
                  <a:srgbClr val="B7EF7A"/>
                </a:solidFill>
              </a:defRPr>
            </a:lvl4pPr>
            <a:lvl5pPr>
              <a:defRPr sz="4950" b="1">
                <a:solidFill>
                  <a:srgbClr val="B7EF7A"/>
                </a:solidFill>
              </a:defRPr>
            </a:lvl5pPr>
            <a:lvl6pPr>
              <a:defRPr sz="4950" b="1">
                <a:solidFill>
                  <a:srgbClr val="B7EF7A"/>
                </a:solidFill>
              </a:defRPr>
            </a:lvl6pPr>
            <a:lvl7pPr>
              <a:defRPr sz="4950" b="1">
                <a:solidFill>
                  <a:srgbClr val="B7EF7A"/>
                </a:solidFill>
              </a:defRPr>
            </a:lvl7pPr>
            <a:lvl8pPr>
              <a:defRPr sz="4950" b="1">
                <a:solidFill>
                  <a:srgbClr val="B7EF7A"/>
                </a:solidFill>
              </a:defRPr>
            </a:lvl8pPr>
            <a:lvl9pPr>
              <a:defRPr sz="4950" b="1">
                <a:solidFill>
                  <a:srgbClr val="B7EF7A"/>
                </a:solidFill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B7EF7A"/>
                </a:solidFill>
              </a:defRPr>
            </a:pPr>
            <a:r>
              <a:rPr sz="4950" b="1">
                <a:solidFill>
                  <a:srgbClr val="B7EF7A"/>
                </a:solidFill>
              </a:rPr>
              <a:t>LOJTARI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8181BA-EB80-40D2-942F-0CE761A5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5619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FFFFFF"/>
                </a:solidFill>
              </a:defRPr>
            </a:defPPr>
            <a:lvl1pPr>
              <a:defRPr sz="2625" b="0">
                <a:solidFill>
                  <a:srgbClr val="FFFFFF"/>
                </a:solidFill>
              </a:defRPr>
            </a:lvl1pPr>
            <a:lvl2pPr>
              <a:defRPr sz="2625" b="0">
                <a:solidFill>
                  <a:srgbClr val="FFFFFF"/>
                </a:solidFill>
              </a:defRPr>
            </a:lvl2pPr>
            <a:lvl3pPr>
              <a:defRPr sz="2625" b="0">
                <a:solidFill>
                  <a:srgbClr val="FFFFFF"/>
                </a:solidFill>
              </a:defRPr>
            </a:lvl3pPr>
            <a:lvl4pPr>
              <a:defRPr sz="2625" b="0">
                <a:solidFill>
                  <a:srgbClr val="FFFFFF"/>
                </a:solidFill>
              </a:defRPr>
            </a:lvl4pPr>
            <a:lvl5pPr>
              <a:defRPr sz="2625" b="0">
                <a:solidFill>
                  <a:srgbClr val="FFFFFF"/>
                </a:solidFill>
              </a:defRPr>
            </a:lvl5pPr>
            <a:lvl6pPr>
              <a:defRPr sz="2625" b="0">
                <a:solidFill>
                  <a:srgbClr val="FFFFFF"/>
                </a:solidFill>
              </a:defRPr>
            </a:lvl6pPr>
            <a:lvl7pPr>
              <a:defRPr sz="2625" b="0">
                <a:solidFill>
                  <a:srgbClr val="FFFFFF"/>
                </a:solidFill>
              </a:defRPr>
            </a:lvl7pPr>
            <a:lvl8pPr>
              <a:defRPr sz="2625" b="0">
                <a:solidFill>
                  <a:srgbClr val="FFFFFF"/>
                </a:solidFill>
              </a:defRPr>
            </a:lvl8pPr>
            <a:lvl9pPr>
              <a:defRPr sz="2625" b="0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2625" b="0">
                <a:solidFill>
                  <a:srgbClr val="FFFFFF"/>
                </a:solidFill>
              </a:defRPr>
            </a:pPr>
            <a:r>
              <a:rPr sz="2625" b="0">
                <a:solidFill>
                  <a:srgbClr val="FFFFFF"/>
                </a:solidFill>
              </a:rPr>
              <a:t>Ekipi dhe prezenca</a:t>
            </a:r>
          </a:p>
          <a:p xmlns:a="http://schemas.openxmlformats.org/drawingml/2006/main">
            <a:pPr>
              <a:defRPr sz="2625" b="0">
                <a:solidFill>
                  <a:srgbClr val="FFFFFF"/>
                </a:solidFill>
              </a:defRPr>
            </a:pPr>
            <a:r>
              <a:rPr sz="2625" b="0">
                <a:solidFill>
                  <a:srgbClr val="FFFFFF"/>
                </a:solidFill>
              </a:rPr>
              <a:t>Pagesat dhe rekuizitat</a:t>
            </a:r>
          </a:p>
          <a:p xmlns:a="http://schemas.openxmlformats.org/drawingml/2006/main">
            <a:pPr>
              <a:defRPr sz="2625" b="0">
                <a:solidFill>
                  <a:srgbClr val="FFFFFF"/>
                </a:solidFill>
              </a:defRPr>
            </a:pPr>
            <a:r>
              <a:rPr sz="2625" b="0">
                <a:solidFill>
                  <a:srgbClr val="FFFFFF"/>
                </a:solidFill>
              </a:rPr>
              <a:t>Vlerësimet dhe matjet</a:t>
            </a:r>
          </a:p>
          <a:p xmlns:a="http://schemas.openxmlformats.org/drawingml/2006/main">
            <a:pPr>
              <a:defRPr sz="2625" b="0">
                <a:solidFill>
                  <a:srgbClr val="FFFFFF"/>
                </a:solidFill>
              </a:defRPr>
            </a:pPr>
            <a:r>
              <a:rPr sz="2625" b="0">
                <a:solidFill>
                  <a:srgbClr val="FFFFFF"/>
                </a:solidFill>
              </a:rPr>
              <a:t>Kujdesi dhe menuja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57B22B-6E88-4664-BA86-5C074A849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C8D8DD"/>
                </a:solidFill>
              </a:defRPr>
            </a:defPPr>
            <a:lvl1pPr>
              <a:defRPr sz="2250" b="0">
                <a:solidFill>
                  <a:srgbClr val="C8D8DD"/>
                </a:solidFill>
              </a:defRPr>
            </a:lvl1pPr>
            <a:lvl2pPr>
              <a:defRPr sz="2250" b="0">
                <a:solidFill>
                  <a:srgbClr val="C8D8DD"/>
                </a:solidFill>
              </a:defRPr>
            </a:lvl2pPr>
            <a:lvl3pPr>
              <a:defRPr sz="2250" b="0">
                <a:solidFill>
                  <a:srgbClr val="C8D8DD"/>
                </a:solidFill>
              </a:defRPr>
            </a:lvl3pPr>
            <a:lvl4pPr>
              <a:defRPr sz="2250" b="0">
                <a:solidFill>
                  <a:srgbClr val="C8D8DD"/>
                </a:solidFill>
              </a:defRPr>
            </a:lvl4pPr>
            <a:lvl5pPr>
              <a:defRPr sz="2250" b="0">
                <a:solidFill>
                  <a:srgbClr val="C8D8DD"/>
                </a:solidFill>
              </a:defRPr>
            </a:lvl5pPr>
            <a:lvl6pPr>
              <a:defRPr sz="2250" b="0">
                <a:solidFill>
                  <a:srgbClr val="C8D8DD"/>
                </a:solidFill>
              </a:defRPr>
            </a:lvl6pPr>
            <a:lvl7pPr>
              <a:defRPr sz="2250" b="0">
                <a:solidFill>
                  <a:srgbClr val="C8D8DD"/>
                </a:solidFill>
              </a:defRPr>
            </a:lvl7pPr>
            <a:lvl8pPr>
              <a:defRPr sz="2250" b="0">
                <a:solidFill>
                  <a:srgbClr val="C8D8DD"/>
                </a:solidFill>
              </a:defRPr>
            </a:lvl8pPr>
            <a:lvl9pPr>
              <a:defRPr sz="2250" b="0">
                <a:solidFill>
                  <a:srgbClr val="C8D8DD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C8D8DD"/>
                </a:solidFill>
              </a:defRPr>
            </a:pPr>
            <a:r>
              <a:rPr sz="2250" b="0">
                <a:solidFill>
                  <a:srgbClr val="C8D8DD"/>
                </a:solidFill>
              </a:rPr>
              <a:t>Secili rol ka qasjen që i takon.</a:t>
            </a:r>
          </a:p>
        </p:txBody>
      </p:sp>
    </p:spTree>
    <p:extLst>
      <p:ext uri="{BB962C8B-B14F-4D97-AF65-F5344CB8AC3E}">
        <p14:creationId xmlns:p14="http://schemas.microsoft.com/office/powerpoint/2010/main" val="7726322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2AFB0-6902-4FA6-BDE2-EDC405A9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8"/>
                </a:solidFill>
              </a:defRPr>
            </a:defPPr>
            <a:lvl1pPr>
              <a:defRPr sz="3300" b="1">
                <a:solidFill>
                  <a:srgbClr val="122B38"/>
                </a:solidFill>
              </a:defRPr>
            </a:lvl1pPr>
            <a:lvl2pPr>
              <a:defRPr sz="3300" b="1">
                <a:solidFill>
                  <a:srgbClr val="122B38"/>
                </a:solidFill>
              </a:defRPr>
            </a:lvl2pPr>
            <a:lvl3pPr>
              <a:defRPr sz="3300" b="1">
                <a:solidFill>
                  <a:srgbClr val="122B38"/>
                </a:solidFill>
              </a:defRPr>
            </a:lvl3pPr>
            <a:lvl4pPr>
              <a:defRPr sz="3300" b="1">
                <a:solidFill>
                  <a:srgbClr val="122B38"/>
                </a:solidFill>
              </a:defRPr>
            </a:lvl4pPr>
            <a:lvl5pPr>
              <a:defRPr sz="3300" b="1">
                <a:solidFill>
                  <a:srgbClr val="122B38"/>
                </a:solidFill>
              </a:defRPr>
            </a:lvl5pPr>
            <a:lvl6pPr>
              <a:defRPr sz="3300" b="1">
                <a:solidFill>
                  <a:srgbClr val="122B38"/>
                </a:solidFill>
              </a:defRPr>
            </a:lvl6pPr>
            <a:lvl7pPr>
              <a:defRPr sz="3300" b="1">
                <a:solidFill>
                  <a:srgbClr val="122B38"/>
                </a:solidFill>
              </a:defRPr>
            </a:lvl7pPr>
            <a:lvl8pPr>
              <a:defRPr sz="3300" b="1">
                <a:solidFill>
                  <a:srgbClr val="122B38"/>
                </a:solidFill>
              </a:defRPr>
            </a:lvl8pPr>
            <a:lvl9pPr>
              <a:defRPr sz="3300" b="1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8"/>
                </a:solidFill>
              </a:defRPr>
            </a:pPr>
            <a:r>
              <a:rPr sz="3300" b="1">
                <a:solidFill>
                  <a:srgbClr val="122B38"/>
                </a:solidFill>
              </a:rPr>
              <a:t>Çfarë fiton secili 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673A8-1A9E-48F0-90BE-7DFEB6E9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07B"/>
                </a:solidFill>
              </a:defRPr>
            </a:defPPr>
            <a:lvl1pPr>
              <a:defRPr sz="1275" b="0">
                <a:solidFill>
                  <a:srgbClr val="58707B"/>
                </a:solidFill>
              </a:defRPr>
            </a:lvl1pPr>
            <a:lvl2pPr>
              <a:defRPr sz="1275" b="0">
                <a:solidFill>
                  <a:srgbClr val="58707B"/>
                </a:solidFill>
              </a:defRPr>
            </a:lvl2pPr>
            <a:lvl3pPr>
              <a:defRPr sz="1275" b="0">
                <a:solidFill>
                  <a:srgbClr val="58707B"/>
                </a:solidFill>
              </a:defRPr>
            </a:lvl3pPr>
            <a:lvl4pPr>
              <a:defRPr sz="1275" b="0">
                <a:solidFill>
                  <a:srgbClr val="58707B"/>
                </a:solidFill>
              </a:defRPr>
            </a:lvl4pPr>
            <a:lvl5pPr>
              <a:defRPr sz="1275" b="0">
                <a:solidFill>
                  <a:srgbClr val="58707B"/>
                </a:solidFill>
              </a:defRPr>
            </a:lvl5pPr>
            <a:lvl6pPr>
              <a:defRPr sz="1275" b="0">
                <a:solidFill>
                  <a:srgbClr val="58707B"/>
                </a:solidFill>
              </a:defRPr>
            </a:lvl6pPr>
            <a:lvl7pPr>
              <a:defRPr sz="1275" b="0">
                <a:solidFill>
                  <a:srgbClr val="58707B"/>
                </a:solidFill>
              </a:defRPr>
            </a:lvl7pPr>
            <a:lvl8pPr>
              <a:defRPr sz="1275" b="0">
                <a:solidFill>
                  <a:srgbClr val="58707B"/>
                </a:solidFill>
              </a:defRPr>
            </a:lvl8pPr>
            <a:lvl9pPr>
              <a:defRPr sz="1275" b="0">
                <a:solidFill>
                  <a:srgbClr val="58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07B"/>
                </a:solidFill>
              </a:defRPr>
            </a:pPr>
            <a:r>
              <a:rPr sz="1275" b="0">
                <a:solidFill>
                  <a:srgbClr val="58707B"/>
                </a:solidFill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F8F8A-4A7F-4D04-B711-EDA700BF6763}"/>
              </a:ext>
            </a:extLst>
          </p:cNvPr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7677150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Roli</a:t>
                      </a:r>
                    </a:p>
                  </a:txBody>
                  <a:tcPr marL="91440" marR="91440" marT="45720" marB="45720">
                    <a:solidFill>
                      <a:srgbClr val="102D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Puna në platformë</a:t>
                      </a:r>
                    </a:p>
                  </a:txBody>
                  <a:tcPr marL="91440" marR="91440" marT="45720" marB="45720">
                    <a:solidFill>
                      <a:srgbClr val="102D3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B38"/>
                          </a:solidFill>
                        </a:rPr>
                        <a:t>Drejtuesi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B38"/>
                          </a:solidFill>
                        </a:rPr>
                        <a:t>Raportet, financat dhe aktiviteti i trajnerëve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B38"/>
                          </a:solidFill>
                        </a:rPr>
                        <a:t>Trajneri</a:t>
                      </a:r>
                    </a:p>
                  </a:txBody>
                  <a:tcPr marL="91440" marR="91440" marT="45720" marB="45720"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B38"/>
                          </a:solidFill>
                        </a:rPr>
                        <a:t>Prezenca dhe zhvillimi i lojtarëve</a:t>
                      </a:r>
                    </a:p>
                  </a:txBody>
                  <a:tcPr marL="91440" marR="91440" marT="45720" marB="45720">
                    <a:solidFill>
                      <a:srgbClr val="EAF1ED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B38"/>
                          </a:solidFill>
                        </a:rPr>
                        <a:t>Prindi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B38"/>
                          </a:solidFill>
                        </a:rPr>
                        <a:t>Orari, pagesat, ecuria dhe njoftimet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B38"/>
                          </a:solidFill>
                        </a:rPr>
                        <a:t>Mjeku / nutricisti</a:t>
                      </a:r>
                    </a:p>
                  </a:txBody>
                  <a:tcPr marL="91440" marR="91440" marT="45720" marB="45720">
                    <a:solidFill>
                      <a:srgbClr val="EAF1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B38"/>
                          </a:solidFill>
                        </a:rPr>
                        <a:t>Rastet, udhëzimet dhe menuja e lojtarit</a:t>
                      </a:r>
                    </a:p>
                  </a:txBody>
                  <a:tcPr marL="91440" marR="91440" marT="45720" marB="45720">
                    <a:solidFill>
                      <a:srgbClr val="EAF1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51282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E7B4CA-278B-4ED3-BF20-326D1A71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8"/>
                </a:solidFill>
              </a:defRPr>
            </a:defPPr>
            <a:lvl1pPr>
              <a:defRPr sz="3300" b="1">
                <a:solidFill>
                  <a:srgbClr val="122B38"/>
                </a:solidFill>
              </a:defRPr>
            </a:lvl1pPr>
            <a:lvl2pPr>
              <a:defRPr sz="3300" b="1">
                <a:solidFill>
                  <a:srgbClr val="122B38"/>
                </a:solidFill>
              </a:defRPr>
            </a:lvl2pPr>
            <a:lvl3pPr>
              <a:defRPr sz="3300" b="1">
                <a:solidFill>
                  <a:srgbClr val="122B38"/>
                </a:solidFill>
              </a:defRPr>
            </a:lvl3pPr>
            <a:lvl4pPr>
              <a:defRPr sz="3300" b="1">
                <a:solidFill>
                  <a:srgbClr val="122B38"/>
                </a:solidFill>
              </a:defRPr>
            </a:lvl4pPr>
            <a:lvl5pPr>
              <a:defRPr sz="3300" b="1">
                <a:solidFill>
                  <a:srgbClr val="122B38"/>
                </a:solidFill>
              </a:defRPr>
            </a:lvl5pPr>
            <a:lvl6pPr>
              <a:defRPr sz="3300" b="1">
                <a:solidFill>
                  <a:srgbClr val="122B38"/>
                </a:solidFill>
              </a:defRPr>
            </a:lvl6pPr>
            <a:lvl7pPr>
              <a:defRPr sz="3300" b="1">
                <a:solidFill>
                  <a:srgbClr val="122B38"/>
                </a:solidFill>
              </a:defRPr>
            </a:lvl7pPr>
            <a:lvl8pPr>
              <a:defRPr sz="3300" b="1">
                <a:solidFill>
                  <a:srgbClr val="122B38"/>
                </a:solidFill>
              </a:defRPr>
            </a:lvl8pPr>
            <a:lvl9pPr>
              <a:defRPr sz="3300" b="1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8"/>
                </a:solidFill>
              </a:defRPr>
            </a:pPr>
            <a:r>
              <a:rPr sz="3300" b="1">
                <a:solidFill>
                  <a:srgbClr val="122B38"/>
                </a:solidFill>
              </a:rPr>
              <a:t>Trajneri punon nga telefoni ose tableti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0BF67-E02E-4151-96B0-2E9748A0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07B"/>
                </a:solidFill>
              </a:defRPr>
            </a:defPPr>
            <a:lvl1pPr>
              <a:defRPr sz="1275" b="0">
                <a:solidFill>
                  <a:srgbClr val="58707B"/>
                </a:solidFill>
              </a:defRPr>
            </a:lvl1pPr>
            <a:lvl2pPr>
              <a:defRPr sz="1275" b="0">
                <a:solidFill>
                  <a:srgbClr val="58707B"/>
                </a:solidFill>
              </a:defRPr>
            </a:lvl2pPr>
            <a:lvl3pPr>
              <a:defRPr sz="1275" b="0">
                <a:solidFill>
                  <a:srgbClr val="58707B"/>
                </a:solidFill>
              </a:defRPr>
            </a:lvl3pPr>
            <a:lvl4pPr>
              <a:defRPr sz="1275" b="0">
                <a:solidFill>
                  <a:srgbClr val="58707B"/>
                </a:solidFill>
              </a:defRPr>
            </a:lvl4pPr>
            <a:lvl5pPr>
              <a:defRPr sz="1275" b="0">
                <a:solidFill>
                  <a:srgbClr val="58707B"/>
                </a:solidFill>
              </a:defRPr>
            </a:lvl5pPr>
            <a:lvl6pPr>
              <a:defRPr sz="1275" b="0">
                <a:solidFill>
                  <a:srgbClr val="58707B"/>
                </a:solidFill>
              </a:defRPr>
            </a:lvl6pPr>
            <a:lvl7pPr>
              <a:defRPr sz="1275" b="0">
                <a:solidFill>
                  <a:srgbClr val="58707B"/>
                </a:solidFill>
              </a:defRPr>
            </a:lvl7pPr>
            <a:lvl8pPr>
              <a:defRPr sz="1275" b="0">
                <a:solidFill>
                  <a:srgbClr val="58707B"/>
                </a:solidFill>
              </a:defRPr>
            </a:lvl8pPr>
            <a:lvl9pPr>
              <a:defRPr sz="1275" b="0">
                <a:solidFill>
                  <a:srgbClr val="58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07B"/>
                </a:solidFill>
              </a:defRPr>
            </a:pPr>
            <a:r>
              <a:rPr sz="1275" b="0">
                <a:solidFill>
                  <a:srgbClr val="58707B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D8CA1E-EF67-470B-BBF4-0DC2F077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68"/>
                </a:solidFill>
              </a:defRPr>
            </a:defPPr>
            <a:lvl1pPr>
              <a:defRPr sz="2250" b="1">
                <a:solidFill>
                  <a:srgbClr val="087F68"/>
                </a:solidFill>
              </a:defRPr>
            </a:lvl1pPr>
            <a:lvl2pPr>
              <a:defRPr sz="2250" b="1">
                <a:solidFill>
                  <a:srgbClr val="087F68"/>
                </a:solidFill>
              </a:defRPr>
            </a:lvl2pPr>
            <a:lvl3pPr>
              <a:defRPr sz="2250" b="1">
                <a:solidFill>
                  <a:srgbClr val="087F68"/>
                </a:solidFill>
              </a:defRPr>
            </a:lvl3pPr>
            <a:lvl4pPr>
              <a:defRPr sz="2250" b="1">
                <a:solidFill>
                  <a:srgbClr val="087F68"/>
                </a:solidFill>
              </a:defRPr>
            </a:lvl4pPr>
            <a:lvl5pPr>
              <a:defRPr sz="2250" b="1">
                <a:solidFill>
                  <a:srgbClr val="087F68"/>
                </a:solidFill>
              </a:defRPr>
            </a:lvl5pPr>
            <a:lvl6pPr>
              <a:defRPr sz="2250" b="1">
                <a:solidFill>
                  <a:srgbClr val="087F68"/>
                </a:solidFill>
              </a:defRPr>
            </a:lvl6pPr>
            <a:lvl7pPr>
              <a:defRPr sz="2250" b="1">
                <a:solidFill>
                  <a:srgbClr val="087F68"/>
                </a:solidFill>
              </a:defRPr>
            </a:lvl7pPr>
            <a:lvl8pPr>
              <a:defRPr sz="2250" b="1">
                <a:solidFill>
                  <a:srgbClr val="087F68"/>
                </a:solidFill>
              </a:defRPr>
            </a:lvl8pPr>
            <a:lvl9pPr>
              <a:defRPr sz="2250" b="1">
                <a:solidFill>
                  <a:srgbClr val="087F6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68"/>
                </a:solidFill>
              </a:defRPr>
            </a:pPr>
            <a:r>
              <a:rPr sz="2250" b="1">
                <a:solidFill>
                  <a:srgbClr val="087F68"/>
                </a:solidFill>
              </a:rPr>
              <a:t>Ekipi i tij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5FBEB7-06B3-4375-965F-B68F1022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2B38"/>
                </a:solidFill>
              </a:defRPr>
            </a:defPPr>
            <a:lvl1pPr>
              <a:defRPr sz="2025" b="0">
                <a:solidFill>
                  <a:srgbClr val="122B38"/>
                </a:solidFill>
              </a:defRPr>
            </a:lvl1pPr>
            <a:lvl2pPr>
              <a:defRPr sz="2025" b="0">
                <a:solidFill>
                  <a:srgbClr val="122B38"/>
                </a:solidFill>
              </a:defRPr>
            </a:lvl2pPr>
            <a:lvl3pPr>
              <a:defRPr sz="2025" b="0">
                <a:solidFill>
                  <a:srgbClr val="122B38"/>
                </a:solidFill>
              </a:defRPr>
            </a:lvl3pPr>
            <a:lvl4pPr>
              <a:defRPr sz="2025" b="0">
                <a:solidFill>
                  <a:srgbClr val="122B38"/>
                </a:solidFill>
              </a:defRPr>
            </a:lvl4pPr>
            <a:lvl5pPr>
              <a:defRPr sz="2025" b="0">
                <a:solidFill>
                  <a:srgbClr val="122B38"/>
                </a:solidFill>
              </a:defRPr>
            </a:lvl5pPr>
            <a:lvl6pPr>
              <a:defRPr sz="2025" b="0">
                <a:solidFill>
                  <a:srgbClr val="122B38"/>
                </a:solidFill>
              </a:defRPr>
            </a:lvl6pPr>
            <a:lvl7pPr>
              <a:defRPr sz="2025" b="0">
                <a:solidFill>
                  <a:srgbClr val="122B38"/>
                </a:solidFill>
              </a:defRPr>
            </a:lvl7pPr>
            <a:lvl8pPr>
              <a:defRPr sz="2025" b="0">
                <a:solidFill>
                  <a:srgbClr val="122B38"/>
                </a:solidFill>
              </a:defRPr>
            </a:lvl8pPr>
            <a:lvl9pPr>
              <a:defRPr sz="2025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B38"/>
                </a:solidFill>
              </a:defRPr>
            </a:pPr>
            <a:r>
              <a:rPr sz="2025" b="0">
                <a:solidFill>
                  <a:srgbClr val="122B38"/>
                </a:solidFill>
              </a:rPr>
              <a:t>Orari dhe lista e lojtarëve në një vend.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647E3-E36D-43AC-9F1A-DD81B8B9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68"/>
                </a:solidFill>
              </a:defRPr>
            </a:defPPr>
            <a:lvl1pPr>
              <a:defRPr sz="2250" b="1">
                <a:solidFill>
                  <a:srgbClr val="087F68"/>
                </a:solidFill>
              </a:defRPr>
            </a:lvl1pPr>
            <a:lvl2pPr>
              <a:defRPr sz="2250" b="1">
                <a:solidFill>
                  <a:srgbClr val="087F68"/>
                </a:solidFill>
              </a:defRPr>
            </a:lvl2pPr>
            <a:lvl3pPr>
              <a:defRPr sz="2250" b="1">
                <a:solidFill>
                  <a:srgbClr val="087F68"/>
                </a:solidFill>
              </a:defRPr>
            </a:lvl3pPr>
            <a:lvl4pPr>
              <a:defRPr sz="2250" b="1">
                <a:solidFill>
                  <a:srgbClr val="087F68"/>
                </a:solidFill>
              </a:defRPr>
            </a:lvl4pPr>
            <a:lvl5pPr>
              <a:defRPr sz="2250" b="1">
                <a:solidFill>
                  <a:srgbClr val="087F68"/>
                </a:solidFill>
              </a:defRPr>
            </a:lvl5pPr>
            <a:lvl6pPr>
              <a:defRPr sz="2250" b="1">
                <a:solidFill>
                  <a:srgbClr val="087F68"/>
                </a:solidFill>
              </a:defRPr>
            </a:lvl6pPr>
            <a:lvl7pPr>
              <a:defRPr sz="2250" b="1">
                <a:solidFill>
                  <a:srgbClr val="087F68"/>
                </a:solidFill>
              </a:defRPr>
            </a:lvl7pPr>
            <a:lvl8pPr>
              <a:defRPr sz="2250" b="1">
                <a:solidFill>
                  <a:srgbClr val="087F68"/>
                </a:solidFill>
              </a:defRPr>
            </a:lvl8pPr>
            <a:lvl9pPr>
              <a:defRPr sz="2250" b="1">
                <a:solidFill>
                  <a:srgbClr val="087F6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68"/>
                </a:solidFill>
              </a:defRPr>
            </a:pPr>
            <a:r>
              <a:rPr sz="2250" b="1">
                <a:solidFill>
                  <a:srgbClr val="087F68"/>
                </a:solidFill>
              </a:rPr>
              <a:t>Prezenca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FFC8A3-E427-4D68-A2C8-26016344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2B38"/>
                </a:solidFill>
              </a:defRPr>
            </a:defPPr>
            <a:lvl1pPr>
              <a:defRPr sz="2025" b="0">
                <a:solidFill>
                  <a:srgbClr val="122B38"/>
                </a:solidFill>
              </a:defRPr>
            </a:lvl1pPr>
            <a:lvl2pPr>
              <a:defRPr sz="2025" b="0">
                <a:solidFill>
                  <a:srgbClr val="122B38"/>
                </a:solidFill>
              </a:defRPr>
            </a:lvl2pPr>
            <a:lvl3pPr>
              <a:defRPr sz="2025" b="0">
                <a:solidFill>
                  <a:srgbClr val="122B38"/>
                </a:solidFill>
              </a:defRPr>
            </a:lvl3pPr>
            <a:lvl4pPr>
              <a:defRPr sz="2025" b="0">
                <a:solidFill>
                  <a:srgbClr val="122B38"/>
                </a:solidFill>
              </a:defRPr>
            </a:lvl4pPr>
            <a:lvl5pPr>
              <a:defRPr sz="2025" b="0">
                <a:solidFill>
                  <a:srgbClr val="122B38"/>
                </a:solidFill>
              </a:defRPr>
            </a:lvl5pPr>
            <a:lvl6pPr>
              <a:defRPr sz="2025" b="0">
                <a:solidFill>
                  <a:srgbClr val="122B38"/>
                </a:solidFill>
              </a:defRPr>
            </a:lvl6pPr>
            <a:lvl7pPr>
              <a:defRPr sz="2025" b="0">
                <a:solidFill>
                  <a:srgbClr val="122B38"/>
                </a:solidFill>
              </a:defRPr>
            </a:lvl7pPr>
            <a:lvl8pPr>
              <a:defRPr sz="2025" b="0">
                <a:solidFill>
                  <a:srgbClr val="122B38"/>
                </a:solidFill>
              </a:defRPr>
            </a:lvl8pPr>
            <a:lvl9pPr>
              <a:defRPr sz="2025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B38"/>
                </a:solidFill>
              </a:defRPr>
            </a:pPr>
            <a:r>
              <a:rPr sz="2025" b="0">
                <a:solidFill>
                  <a:srgbClr val="122B38"/>
                </a:solidFill>
              </a:rPr>
              <a:t>Regjistrim për seancën dhe historik i pjesëmarrjes.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9ACBA-03B2-48B2-B221-E46385DD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68"/>
                </a:solidFill>
              </a:defRPr>
            </a:defPPr>
            <a:lvl1pPr>
              <a:defRPr sz="2250" b="1">
                <a:solidFill>
                  <a:srgbClr val="087F68"/>
                </a:solidFill>
              </a:defRPr>
            </a:lvl1pPr>
            <a:lvl2pPr>
              <a:defRPr sz="2250" b="1">
                <a:solidFill>
                  <a:srgbClr val="087F68"/>
                </a:solidFill>
              </a:defRPr>
            </a:lvl2pPr>
            <a:lvl3pPr>
              <a:defRPr sz="2250" b="1">
                <a:solidFill>
                  <a:srgbClr val="087F68"/>
                </a:solidFill>
              </a:defRPr>
            </a:lvl3pPr>
            <a:lvl4pPr>
              <a:defRPr sz="2250" b="1">
                <a:solidFill>
                  <a:srgbClr val="087F68"/>
                </a:solidFill>
              </a:defRPr>
            </a:lvl4pPr>
            <a:lvl5pPr>
              <a:defRPr sz="2250" b="1">
                <a:solidFill>
                  <a:srgbClr val="087F68"/>
                </a:solidFill>
              </a:defRPr>
            </a:lvl5pPr>
            <a:lvl6pPr>
              <a:defRPr sz="2250" b="1">
                <a:solidFill>
                  <a:srgbClr val="087F68"/>
                </a:solidFill>
              </a:defRPr>
            </a:lvl6pPr>
            <a:lvl7pPr>
              <a:defRPr sz="2250" b="1">
                <a:solidFill>
                  <a:srgbClr val="087F68"/>
                </a:solidFill>
              </a:defRPr>
            </a:lvl7pPr>
            <a:lvl8pPr>
              <a:defRPr sz="2250" b="1">
                <a:solidFill>
                  <a:srgbClr val="087F68"/>
                </a:solidFill>
              </a:defRPr>
            </a:lvl8pPr>
            <a:lvl9pPr>
              <a:defRPr sz="2250" b="1">
                <a:solidFill>
                  <a:srgbClr val="087F6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68"/>
                </a:solidFill>
              </a:defRPr>
            </a:pPr>
            <a:r>
              <a:rPr sz="2250" b="1">
                <a:solidFill>
                  <a:srgbClr val="087F68"/>
                </a:solidFill>
              </a:rPr>
              <a:t>Kartela e lojtarit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DF1F25-EAFE-45C6-B291-D5987A2BE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2B38"/>
                </a:solidFill>
              </a:defRPr>
            </a:defPPr>
            <a:lvl1pPr>
              <a:defRPr sz="2025" b="0">
                <a:solidFill>
                  <a:srgbClr val="122B38"/>
                </a:solidFill>
              </a:defRPr>
            </a:lvl1pPr>
            <a:lvl2pPr>
              <a:defRPr sz="2025" b="0">
                <a:solidFill>
                  <a:srgbClr val="122B38"/>
                </a:solidFill>
              </a:defRPr>
            </a:lvl2pPr>
            <a:lvl3pPr>
              <a:defRPr sz="2025" b="0">
                <a:solidFill>
                  <a:srgbClr val="122B38"/>
                </a:solidFill>
              </a:defRPr>
            </a:lvl3pPr>
            <a:lvl4pPr>
              <a:defRPr sz="2025" b="0">
                <a:solidFill>
                  <a:srgbClr val="122B38"/>
                </a:solidFill>
              </a:defRPr>
            </a:lvl4pPr>
            <a:lvl5pPr>
              <a:defRPr sz="2025" b="0">
                <a:solidFill>
                  <a:srgbClr val="122B38"/>
                </a:solidFill>
              </a:defRPr>
            </a:lvl5pPr>
            <a:lvl6pPr>
              <a:defRPr sz="2025" b="0">
                <a:solidFill>
                  <a:srgbClr val="122B38"/>
                </a:solidFill>
              </a:defRPr>
            </a:lvl6pPr>
            <a:lvl7pPr>
              <a:defRPr sz="2025" b="0">
                <a:solidFill>
                  <a:srgbClr val="122B38"/>
                </a:solidFill>
              </a:defRPr>
            </a:lvl7pPr>
            <a:lvl8pPr>
              <a:defRPr sz="2025" b="0">
                <a:solidFill>
                  <a:srgbClr val="122B38"/>
                </a:solidFill>
              </a:defRPr>
            </a:lvl8pPr>
            <a:lvl9pPr>
              <a:defRPr sz="2025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B38"/>
                </a:solidFill>
              </a:defRPr>
            </a:pPr>
            <a:r>
              <a:rPr sz="2025" b="0">
                <a:solidFill>
                  <a:srgbClr val="122B38"/>
                </a:solidFill>
              </a:rPr>
              <a:t>Pozicioni, matjet dhe vlerësimet pranë lojtarit.</a:t>
            </a:r>
          </a:p>
        </p:txBody>
      </p:sp>
    </p:spTree>
    <p:extLst>
      <p:ext uri="{BB962C8B-B14F-4D97-AF65-F5344CB8AC3E}">
        <p14:creationId xmlns:p14="http://schemas.microsoft.com/office/powerpoint/2010/main" val="10766841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3FB2EB-778D-42B7-9A9E-AEA4C993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8"/>
                </a:solidFill>
              </a:defRPr>
            </a:defPPr>
            <a:lvl1pPr>
              <a:defRPr sz="3300" b="1">
                <a:solidFill>
                  <a:srgbClr val="122B38"/>
                </a:solidFill>
              </a:defRPr>
            </a:lvl1pPr>
            <a:lvl2pPr>
              <a:defRPr sz="3300" b="1">
                <a:solidFill>
                  <a:srgbClr val="122B38"/>
                </a:solidFill>
              </a:defRPr>
            </a:lvl2pPr>
            <a:lvl3pPr>
              <a:defRPr sz="3300" b="1">
                <a:solidFill>
                  <a:srgbClr val="122B38"/>
                </a:solidFill>
              </a:defRPr>
            </a:lvl3pPr>
            <a:lvl4pPr>
              <a:defRPr sz="3300" b="1">
                <a:solidFill>
                  <a:srgbClr val="122B38"/>
                </a:solidFill>
              </a:defRPr>
            </a:lvl4pPr>
            <a:lvl5pPr>
              <a:defRPr sz="3300" b="1">
                <a:solidFill>
                  <a:srgbClr val="122B38"/>
                </a:solidFill>
              </a:defRPr>
            </a:lvl5pPr>
            <a:lvl6pPr>
              <a:defRPr sz="3300" b="1">
                <a:solidFill>
                  <a:srgbClr val="122B38"/>
                </a:solidFill>
              </a:defRPr>
            </a:lvl6pPr>
            <a:lvl7pPr>
              <a:defRPr sz="3300" b="1">
                <a:solidFill>
                  <a:srgbClr val="122B38"/>
                </a:solidFill>
              </a:defRPr>
            </a:lvl7pPr>
            <a:lvl8pPr>
              <a:defRPr sz="3300" b="1">
                <a:solidFill>
                  <a:srgbClr val="122B38"/>
                </a:solidFill>
              </a:defRPr>
            </a:lvl8pPr>
            <a:lvl9pPr>
              <a:defRPr sz="3300" b="1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8"/>
                </a:solidFill>
              </a:defRPr>
            </a:pPr>
            <a:r>
              <a:rPr sz="3300" b="1">
                <a:solidFill>
                  <a:srgbClr val="122B38"/>
                </a:solidFill>
              </a:rPr>
              <a:t>Zhvillimi i lojtarit bëhet i dukshëm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DFCDDD-E4EA-447D-BBD1-91CB1F6F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07B"/>
                </a:solidFill>
              </a:defRPr>
            </a:defPPr>
            <a:lvl1pPr>
              <a:defRPr sz="1275" b="0">
                <a:solidFill>
                  <a:srgbClr val="58707B"/>
                </a:solidFill>
              </a:defRPr>
            </a:lvl1pPr>
            <a:lvl2pPr>
              <a:defRPr sz="1275" b="0">
                <a:solidFill>
                  <a:srgbClr val="58707B"/>
                </a:solidFill>
              </a:defRPr>
            </a:lvl2pPr>
            <a:lvl3pPr>
              <a:defRPr sz="1275" b="0">
                <a:solidFill>
                  <a:srgbClr val="58707B"/>
                </a:solidFill>
              </a:defRPr>
            </a:lvl3pPr>
            <a:lvl4pPr>
              <a:defRPr sz="1275" b="0">
                <a:solidFill>
                  <a:srgbClr val="58707B"/>
                </a:solidFill>
              </a:defRPr>
            </a:lvl4pPr>
            <a:lvl5pPr>
              <a:defRPr sz="1275" b="0">
                <a:solidFill>
                  <a:srgbClr val="58707B"/>
                </a:solidFill>
              </a:defRPr>
            </a:lvl5pPr>
            <a:lvl6pPr>
              <a:defRPr sz="1275" b="0">
                <a:solidFill>
                  <a:srgbClr val="58707B"/>
                </a:solidFill>
              </a:defRPr>
            </a:lvl6pPr>
            <a:lvl7pPr>
              <a:defRPr sz="1275" b="0">
                <a:solidFill>
                  <a:srgbClr val="58707B"/>
                </a:solidFill>
              </a:defRPr>
            </a:lvl7pPr>
            <a:lvl8pPr>
              <a:defRPr sz="1275" b="0">
                <a:solidFill>
                  <a:srgbClr val="58707B"/>
                </a:solidFill>
              </a:defRPr>
            </a:lvl8pPr>
            <a:lvl9pPr>
              <a:defRPr sz="1275" b="0">
                <a:solidFill>
                  <a:srgbClr val="58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07B"/>
                </a:solidFill>
              </a:defRPr>
            </a:pPr>
            <a:r>
              <a:rPr sz="1275" b="0">
                <a:solidFill>
                  <a:srgbClr val="58707B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69AE25-947D-4F46-88FF-6795D104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5334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087F68"/>
                </a:solidFill>
              </a:defRPr>
            </a:defPPr>
            <a:lvl1pPr>
              <a:defRPr sz="3600" b="1">
                <a:solidFill>
                  <a:srgbClr val="087F68"/>
                </a:solidFill>
              </a:defRPr>
            </a:lvl1pPr>
            <a:lvl2pPr>
              <a:defRPr sz="3600" b="1">
                <a:solidFill>
                  <a:srgbClr val="087F68"/>
                </a:solidFill>
              </a:defRPr>
            </a:lvl2pPr>
            <a:lvl3pPr>
              <a:defRPr sz="3600" b="1">
                <a:solidFill>
                  <a:srgbClr val="087F68"/>
                </a:solidFill>
              </a:defRPr>
            </a:lvl3pPr>
            <a:lvl4pPr>
              <a:defRPr sz="3600" b="1">
                <a:solidFill>
                  <a:srgbClr val="087F68"/>
                </a:solidFill>
              </a:defRPr>
            </a:lvl4pPr>
            <a:lvl5pPr>
              <a:defRPr sz="3600" b="1">
                <a:solidFill>
                  <a:srgbClr val="087F68"/>
                </a:solidFill>
              </a:defRPr>
            </a:lvl5pPr>
            <a:lvl6pPr>
              <a:defRPr sz="3600" b="1">
                <a:solidFill>
                  <a:srgbClr val="087F68"/>
                </a:solidFill>
              </a:defRPr>
            </a:lvl6pPr>
            <a:lvl7pPr>
              <a:defRPr sz="3600" b="1">
                <a:solidFill>
                  <a:srgbClr val="087F68"/>
                </a:solidFill>
              </a:defRPr>
            </a:lvl7pPr>
            <a:lvl8pPr>
              <a:defRPr sz="3600" b="1">
                <a:solidFill>
                  <a:srgbClr val="087F68"/>
                </a:solidFill>
              </a:defRPr>
            </a:lvl8pPr>
            <a:lvl9pPr>
              <a:defRPr sz="3600" b="1">
                <a:solidFill>
                  <a:srgbClr val="087F68"/>
                </a:solidFill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087F68"/>
                </a:solidFill>
              </a:defRPr>
            </a:pPr>
            <a:r>
              <a:rPr sz="3600" b="1">
                <a:solidFill>
                  <a:srgbClr val="087F68"/>
                </a:solidFill>
              </a:rPr>
              <a:t>Historik për çdo lojtar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E4BF0-6C32-483E-8CD1-6F8D7A75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953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22B38"/>
                </a:solidFill>
              </a:defRPr>
            </a:defPPr>
            <a:lvl1pPr>
              <a:defRPr sz="2175" b="0">
                <a:solidFill>
                  <a:srgbClr val="122B38"/>
                </a:solidFill>
              </a:defRPr>
            </a:lvl1pPr>
            <a:lvl2pPr>
              <a:defRPr sz="2175" b="0">
                <a:solidFill>
                  <a:srgbClr val="122B38"/>
                </a:solidFill>
              </a:defRPr>
            </a:lvl2pPr>
            <a:lvl3pPr>
              <a:defRPr sz="2175" b="0">
                <a:solidFill>
                  <a:srgbClr val="122B38"/>
                </a:solidFill>
              </a:defRPr>
            </a:lvl3pPr>
            <a:lvl4pPr>
              <a:defRPr sz="2175" b="0">
                <a:solidFill>
                  <a:srgbClr val="122B38"/>
                </a:solidFill>
              </a:defRPr>
            </a:lvl4pPr>
            <a:lvl5pPr>
              <a:defRPr sz="2175" b="0">
                <a:solidFill>
                  <a:srgbClr val="122B38"/>
                </a:solidFill>
              </a:defRPr>
            </a:lvl5pPr>
            <a:lvl6pPr>
              <a:defRPr sz="2175" b="0">
                <a:solidFill>
                  <a:srgbClr val="122B38"/>
                </a:solidFill>
              </a:defRPr>
            </a:lvl6pPr>
            <a:lvl7pPr>
              <a:defRPr sz="2175" b="0">
                <a:solidFill>
                  <a:srgbClr val="122B38"/>
                </a:solidFill>
              </a:defRPr>
            </a:lvl7pPr>
            <a:lvl8pPr>
              <a:defRPr sz="2175" b="0">
                <a:solidFill>
                  <a:srgbClr val="122B38"/>
                </a:solidFill>
              </a:defRPr>
            </a:lvl8pPr>
            <a:lvl9pPr>
              <a:defRPr sz="2175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2B38"/>
                </a:solidFill>
              </a:defRPr>
            </a:pPr>
            <a:r>
              <a:rPr sz="2175" b="0">
                <a:solidFill>
                  <a:srgbClr val="122B38"/>
                </a:solidFill>
              </a:rPr>
              <a:t>Matje fizike dhe testime</a:t>
            </a:r>
          </a:p>
          <a:p xmlns:a="http://schemas.openxmlformats.org/drawingml/2006/main">
            <a:pPr>
              <a:defRPr sz="2175" b="0">
                <a:solidFill>
                  <a:srgbClr val="122B38"/>
                </a:solidFill>
              </a:defRPr>
            </a:pPr>
            <a:r>
              <a:rPr sz="2175" b="0">
                <a:solidFill>
                  <a:srgbClr val="122B38"/>
                </a:solidFill>
              </a:rPr>
              <a:t>Aftësi teknike dhe taktike</a:t>
            </a:r>
          </a:p>
          <a:p xmlns:a="http://schemas.openxmlformats.org/drawingml/2006/main">
            <a:pPr>
              <a:defRPr sz="2175" b="0">
                <a:solidFill>
                  <a:srgbClr val="122B38"/>
                </a:solidFill>
              </a:defRPr>
            </a:pPr>
            <a:r>
              <a:rPr sz="2175" b="0">
                <a:solidFill>
                  <a:srgbClr val="122B38"/>
                </a:solidFill>
              </a:rPr>
              <a:t>Vlerësime të veçanta për portierin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2266BA-8E51-4350-A32B-D13AAB85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2B38"/>
                </a:solidFill>
              </a:defRPr>
            </a:defPPr>
            <a:lvl1pPr>
              <a:defRPr sz="2550" b="0">
                <a:solidFill>
                  <a:srgbClr val="122B38"/>
                </a:solidFill>
              </a:defRPr>
            </a:lvl1pPr>
            <a:lvl2pPr>
              <a:defRPr sz="2550" b="0">
                <a:solidFill>
                  <a:srgbClr val="122B38"/>
                </a:solidFill>
              </a:defRPr>
            </a:lvl2pPr>
            <a:lvl3pPr>
              <a:defRPr sz="2550" b="0">
                <a:solidFill>
                  <a:srgbClr val="122B38"/>
                </a:solidFill>
              </a:defRPr>
            </a:lvl3pPr>
            <a:lvl4pPr>
              <a:defRPr sz="2550" b="0">
                <a:solidFill>
                  <a:srgbClr val="122B38"/>
                </a:solidFill>
              </a:defRPr>
            </a:lvl4pPr>
            <a:lvl5pPr>
              <a:defRPr sz="2550" b="0">
                <a:solidFill>
                  <a:srgbClr val="122B38"/>
                </a:solidFill>
              </a:defRPr>
            </a:lvl5pPr>
            <a:lvl6pPr>
              <a:defRPr sz="2550" b="0">
                <a:solidFill>
                  <a:srgbClr val="122B38"/>
                </a:solidFill>
              </a:defRPr>
            </a:lvl6pPr>
            <a:lvl7pPr>
              <a:defRPr sz="2550" b="0">
                <a:solidFill>
                  <a:srgbClr val="122B38"/>
                </a:solidFill>
              </a:defRPr>
            </a:lvl7pPr>
            <a:lvl8pPr>
              <a:defRPr sz="2550" b="0">
                <a:solidFill>
                  <a:srgbClr val="122B38"/>
                </a:solidFill>
              </a:defRPr>
            </a:lvl8pPr>
            <a:lvl9pPr>
              <a:defRPr sz="2550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2B38"/>
                </a:solidFill>
              </a:defRPr>
            </a:pPr>
            <a:r>
              <a:rPr sz="2550" b="0">
                <a:solidFill>
                  <a:srgbClr val="122B38"/>
                </a:solidFill>
              </a:rPr>
              <a:t>Grafikët ndihmojnë trajnerin të ndjekë ndryshimet me kalimin e kohës.</a:t>
            </a:r>
          </a:p>
        </p:txBody>
      </p:sp>
    </p:spTree>
    <p:extLst>
      <p:ext uri="{BB962C8B-B14F-4D97-AF65-F5344CB8AC3E}">
        <p14:creationId xmlns:p14="http://schemas.microsoft.com/office/powerpoint/2010/main" val="68576114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1ADF52-3C6E-4FC5-A3B2-6F76F7A7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8"/>
                </a:solidFill>
              </a:defRPr>
            </a:defPPr>
            <a:lvl1pPr>
              <a:defRPr sz="3300" b="1">
                <a:solidFill>
                  <a:srgbClr val="122B38"/>
                </a:solidFill>
              </a:defRPr>
            </a:lvl1pPr>
            <a:lvl2pPr>
              <a:defRPr sz="3300" b="1">
                <a:solidFill>
                  <a:srgbClr val="122B38"/>
                </a:solidFill>
              </a:defRPr>
            </a:lvl2pPr>
            <a:lvl3pPr>
              <a:defRPr sz="3300" b="1">
                <a:solidFill>
                  <a:srgbClr val="122B38"/>
                </a:solidFill>
              </a:defRPr>
            </a:lvl3pPr>
            <a:lvl4pPr>
              <a:defRPr sz="3300" b="1">
                <a:solidFill>
                  <a:srgbClr val="122B38"/>
                </a:solidFill>
              </a:defRPr>
            </a:lvl4pPr>
            <a:lvl5pPr>
              <a:defRPr sz="3300" b="1">
                <a:solidFill>
                  <a:srgbClr val="122B38"/>
                </a:solidFill>
              </a:defRPr>
            </a:lvl5pPr>
            <a:lvl6pPr>
              <a:defRPr sz="3300" b="1">
                <a:solidFill>
                  <a:srgbClr val="122B38"/>
                </a:solidFill>
              </a:defRPr>
            </a:lvl6pPr>
            <a:lvl7pPr>
              <a:defRPr sz="3300" b="1">
                <a:solidFill>
                  <a:srgbClr val="122B38"/>
                </a:solidFill>
              </a:defRPr>
            </a:lvl7pPr>
            <a:lvl8pPr>
              <a:defRPr sz="3300" b="1">
                <a:solidFill>
                  <a:srgbClr val="122B38"/>
                </a:solidFill>
              </a:defRPr>
            </a:lvl8pPr>
            <a:lvl9pPr>
              <a:defRPr sz="3300" b="1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8"/>
                </a:solidFill>
              </a:defRPr>
            </a:pPr>
            <a:r>
              <a:rPr sz="3300" b="1">
                <a:solidFill>
                  <a:srgbClr val="122B38"/>
                </a:solidFill>
              </a:rPr>
              <a:t>Prindi e ka informacionin në telefon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E56F6A-B53F-4276-AED5-2B615B9C6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07B"/>
                </a:solidFill>
              </a:defRPr>
            </a:defPPr>
            <a:lvl1pPr>
              <a:defRPr sz="1275" b="0">
                <a:solidFill>
                  <a:srgbClr val="58707B"/>
                </a:solidFill>
              </a:defRPr>
            </a:lvl1pPr>
            <a:lvl2pPr>
              <a:defRPr sz="1275" b="0">
                <a:solidFill>
                  <a:srgbClr val="58707B"/>
                </a:solidFill>
              </a:defRPr>
            </a:lvl2pPr>
            <a:lvl3pPr>
              <a:defRPr sz="1275" b="0">
                <a:solidFill>
                  <a:srgbClr val="58707B"/>
                </a:solidFill>
              </a:defRPr>
            </a:lvl3pPr>
            <a:lvl4pPr>
              <a:defRPr sz="1275" b="0">
                <a:solidFill>
                  <a:srgbClr val="58707B"/>
                </a:solidFill>
              </a:defRPr>
            </a:lvl4pPr>
            <a:lvl5pPr>
              <a:defRPr sz="1275" b="0">
                <a:solidFill>
                  <a:srgbClr val="58707B"/>
                </a:solidFill>
              </a:defRPr>
            </a:lvl5pPr>
            <a:lvl6pPr>
              <a:defRPr sz="1275" b="0">
                <a:solidFill>
                  <a:srgbClr val="58707B"/>
                </a:solidFill>
              </a:defRPr>
            </a:lvl6pPr>
            <a:lvl7pPr>
              <a:defRPr sz="1275" b="0">
                <a:solidFill>
                  <a:srgbClr val="58707B"/>
                </a:solidFill>
              </a:defRPr>
            </a:lvl7pPr>
            <a:lvl8pPr>
              <a:defRPr sz="1275" b="0">
                <a:solidFill>
                  <a:srgbClr val="58707B"/>
                </a:solidFill>
              </a:defRPr>
            </a:lvl8pPr>
            <a:lvl9pPr>
              <a:defRPr sz="1275" b="0">
                <a:solidFill>
                  <a:srgbClr val="58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07B"/>
                </a:solidFill>
              </a:defRPr>
            </a:pPr>
            <a:r>
              <a:rPr sz="1275" b="0">
                <a:solidFill>
                  <a:srgbClr val="58707B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8FC8B-D74A-4550-9BA9-551E944B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68"/>
                </a:solidFill>
              </a:defRPr>
            </a:defPPr>
            <a:lvl1pPr>
              <a:defRPr sz="2250" b="1">
                <a:solidFill>
                  <a:srgbClr val="087F68"/>
                </a:solidFill>
              </a:defRPr>
            </a:lvl1pPr>
            <a:lvl2pPr>
              <a:defRPr sz="2250" b="1">
                <a:solidFill>
                  <a:srgbClr val="087F68"/>
                </a:solidFill>
              </a:defRPr>
            </a:lvl2pPr>
            <a:lvl3pPr>
              <a:defRPr sz="2250" b="1">
                <a:solidFill>
                  <a:srgbClr val="087F68"/>
                </a:solidFill>
              </a:defRPr>
            </a:lvl3pPr>
            <a:lvl4pPr>
              <a:defRPr sz="2250" b="1">
                <a:solidFill>
                  <a:srgbClr val="087F68"/>
                </a:solidFill>
              </a:defRPr>
            </a:lvl4pPr>
            <a:lvl5pPr>
              <a:defRPr sz="2250" b="1">
                <a:solidFill>
                  <a:srgbClr val="087F68"/>
                </a:solidFill>
              </a:defRPr>
            </a:lvl5pPr>
            <a:lvl6pPr>
              <a:defRPr sz="2250" b="1">
                <a:solidFill>
                  <a:srgbClr val="087F68"/>
                </a:solidFill>
              </a:defRPr>
            </a:lvl6pPr>
            <a:lvl7pPr>
              <a:defRPr sz="2250" b="1">
                <a:solidFill>
                  <a:srgbClr val="087F68"/>
                </a:solidFill>
              </a:defRPr>
            </a:lvl7pPr>
            <a:lvl8pPr>
              <a:defRPr sz="2250" b="1">
                <a:solidFill>
                  <a:srgbClr val="087F68"/>
                </a:solidFill>
              </a:defRPr>
            </a:lvl8pPr>
            <a:lvl9pPr>
              <a:defRPr sz="2250" b="1">
                <a:solidFill>
                  <a:srgbClr val="087F6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68"/>
                </a:solidFill>
              </a:defRPr>
            </a:pPr>
            <a:r>
              <a:rPr sz="2250" b="1">
                <a:solidFill>
                  <a:srgbClr val="087F68"/>
                </a:solidFill>
              </a:rPr>
              <a:t>Portali i familjes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A153B9-C133-4103-B495-69AFAF50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2B38"/>
                </a:solidFill>
              </a:defRPr>
            </a:defPPr>
            <a:lvl1pPr>
              <a:defRPr sz="2025" b="0">
                <a:solidFill>
                  <a:srgbClr val="122B38"/>
                </a:solidFill>
              </a:defRPr>
            </a:lvl1pPr>
            <a:lvl2pPr>
              <a:defRPr sz="2025" b="0">
                <a:solidFill>
                  <a:srgbClr val="122B38"/>
                </a:solidFill>
              </a:defRPr>
            </a:lvl2pPr>
            <a:lvl3pPr>
              <a:defRPr sz="2025" b="0">
                <a:solidFill>
                  <a:srgbClr val="122B38"/>
                </a:solidFill>
              </a:defRPr>
            </a:lvl3pPr>
            <a:lvl4pPr>
              <a:defRPr sz="2025" b="0">
                <a:solidFill>
                  <a:srgbClr val="122B38"/>
                </a:solidFill>
              </a:defRPr>
            </a:lvl4pPr>
            <a:lvl5pPr>
              <a:defRPr sz="2025" b="0">
                <a:solidFill>
                  <a:srgbClr val="122B38"/>
                </a:solidFill>
              </a:defRPr>
            </a:lvl5pPr>
            <a:lvl6pPr>
              <a:defRPr sz="2025" b="0">
                <a:solidFill>
                  <a:srgbClr val="122B38"/>
                </a:solidFill>
              </a:defRPr>
            </a:lvl6pPr>
            <a:lvl7pPr>
              <a:defRPr sz="2025" b="0">
                <a:solidFill>
                  <a:srgbClr val="122B38"/>
                </a:solidFill>
              </a:defRPr>
            </a:lvl7pPr>
            <a:lvl8pPr>
              <a:defRPr sz="2025" b="0">
                <a:solidFill>
                  <a:srgbClr val="122B38"/>
                </a:solidFill>
              </a:defRPr>
            </a:lvl8pPr>
            <a:lvl9pPr>
              <a:defRPr sz="2025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B38"/>
                </a:solidFill>
              </a:defRPr>
            </a:pPr>
            <a:r>
              <a:rPr sz="2025" b="0">
                <a:solidFill>
                  <a:srgbClr val="122B38"/>
                </a:solidFill>
              </a:rPr>
              <a:t>Ekipi, trajneri, orari dhe shumat për t’u paguar.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72948-49AA-45DA-8FFB-6BB66DE9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68"/>
                </a:solidFill>
              </a:defRPr>
            </a:defPPr>
            <a:lvl1pPr>
              <a:defRPr sz="2250" b="1">
                <a:solidFill>
                  <a:srgbClr val="087F68"/>
                </a:solidFill>
              </a:defRPr>
            </a:lvl1pPr>
            <a:lvl2pPr>
              <a:defRPr sz="2250" b="1">
                <a:solidFill>
                  <a:srgbClr val="087F68"/>
                </a:solidFill>
              </a:defRPr>
            </a:lvl2pPr>
            <a:lvl3pPr>
              <a:defRPr sz="2250" b="1">
                <a:solidFill>
                  <a:srgbClr val="087F68"/>
                </a:solidFill>
              </a:defRPr>
            </a:lvl3pPr>
            <a:lvl4pPr>
              <a:defRPr sz="2250" b="1">
                <a:solidFill>
                  <a:srgbClr val="087F68"/>
                </a:solidFill>
              </a:defRPr>
            </a:lvl4pPr>
            <a:lvl5pPr>
              <a:defRPr sz="2250" b="1">
                <a:solidFill>
                  <a:srgbClr val="087F68"/>
                </a:solidFill>
              </a:defRPr>
            </a:lvl5pPr>
            <a:lvl6pPr>
              <a:defRPr sz="2250" b="1">
                <a:solidFill>
                  <a:srgbClr val="087F68"/>
                </a:solidFill>
              </a:defRPr>
            </a:lvl6pPr>
            <a:lvl7pPr>
              <a:defRPr sz="2250" b="1">
                <a:solidFill>
                  <a:srgbClr val="087F68"/>
                </a:solidFill>
              </a:defRPr>
            </a:lvl7pPr>
            <a:lvl8pPr>
              <a:defRPr sz="2250" b="1">
                <a:solidFill>
                  <a:srgbClr val="087F68"/>
                </a:solidFill>
              </a:defRPr>
            </a:lvl8pPr>
            <a:lvl9pPr>
              <a:defRPr sz="2250" b="1">
                <a:solidFill>
                  <a:srgbClr val="087F6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68"/>
                </a:solidFill>
              </a:defRPr>
            </a:pPr>
            <a:r>
              <a:rPr sz="2250" b="1">
                <a:solidFill>
                  <a:srgbClr val="087F68"/>
                </a:solidFill>
              </a:rPr>
              <a:t>Ecuria dhe menuja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4A0AFF-5058-4A51-9185-6590EEFD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2B38"/>
                </a:solidFill>
              </a:defRPr>
            </a:defPPr>
            <a:lvl1pPr>
              <a:defRPr sz="2025" b="0">
                <a:solidFill>
                  <a:srgbClr val="122B38"/>
                </a:solidFill>
              </a:defRPr>
            </a:lvl1pPr>
            <a:lvl2pPr>
              <a:defRPr sz="2025" b="0">
                <a:solidFill>
                  <a:srgbClr val="122B38"/>
                </a:solidFill>
              </a:defRPr>
            </a:lvl2pPr>
            <a:lvl3pPr>
              <a:defRPr sz="2025" b="0">
                <a:solidFill>
                  <a:srgbClr val="122B38"/>
                </a:solidFill>
              </a:defRPr>
            </a:lvl3pPr>
            <a:lvl4pPr>
              <a:defRPr sz="2025" b="0">
                <a:solidFill>
                  <a:srgbClr val="122B38"/>
                </a:solidFill>
              </a:defRPr>
            </a:lvl4pPr>
            <a:lvl5pPr>
              <a:defRPr sz="2025" b="0">
                <a:solidFill>
                  <a:srgbClr val="122B38"/>
                </a:solidFill>
              </a:defRPr>
            </a:lvl5pPr>
            <a:lvl6pPr>
              <a:defRPr sz="2025" b="0">
                <a:solidFill>
                  <a:srgbClr val="122B38"/>
                </a:solidFill>
              </a:defRPr>
            </a:lvl6pPr>
            <a:lvl7pPr>
              <a:defRPr sz="2025" b="0">
                <a:solidFill>
                  <a:srgbClr val="122B38"/>
                </a:solidFill>
              </a:defRPr>
            </a:lvl7pPr>
            <a:lvl8pPr>
              <a:defRPr sz="2025" b="0">
                <a:solidFill>
                  <a:srgbClr val="122B38"/>
                </a:solidFill>
              </a:defRPr>
            </a:lvl8pPr>
            <a:lvl9pPr>
              <a:defRPr sz="2025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B38"/>
                </a:solidFill>
              </a:defRPr>
            </a:pPr>
            <a:r>
              <a:rPr sz="2025" b="0">
                <a:solidFill>
                  <a:srgbClr val="122B38"/>
                </a:solidFill>
              </a:rPr>
              <a:t>Vlerësime, menuja javore dhe udhëzimet e ndara nga stafi.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163727-2969-4CD0-9F3F-43646DCA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68"/>
                </a:solidFill>
              </a:defRPr>
            </a:defPPr>
            <a:lvl1pPr>
              <a:defRPr sz="2250" b="1">
                <a:solidFill>
                  <a:srgbClr val="087F68"/>
                </a:solidFill>
              </a:defRPr>
            </a:lvl1pPr>
            <a:lvl2pPr>
              <a:defRPr sz="2250" b="1">
                <a:solidFill>
                  <a:srgbClr val="087F68"/>
                </a:solidFill>
              </a:defRPr>
            </a:lvl2pPr>
            <a:lvl3pPr>
              <a:defRPr sz="2250" b="1">
                <a:solidFill>
                  <a:srgbClr val="087F68"/>
                </a:solidFill>
              </a:defRPr>
            </a:lvl3pPr>
            <a:lvl4pPr>
              <a:defRPr sz="2250" b="1">
                <a:solidFill>
                  <a:srgbClr val="087F68"/>
                </a:solidFill>
              </a:defRPr>
            </a:lvl4pPr>
            <a:lvl5pPr>
              <a:defRPr sz="2250" b="1">
                <a:solidFill>
                  <a:srgbClr val="087F68"/>
                </a:solidFill>
              </a:defRPr>
            </a:lvl5pPr>
            <a:lvl6pPr>
              <a:defRPr sz="2250" b="1">
                <a:solidFill>
                  <a:srgbClr val="087F68"/>
                </a:solidFill>
              </a:defRPr>
            </a:lvl6pPr>
            <a:lvl7pPr>
              <a:defRPr sz="2250" b="1">
                <a:solidFill>
                  <a:srgbClr val="087F68"/>
                </a:solidFill>
              </a:defRPr>
            </a:lvl7pPr>
            <a:lvl8pPr>
              <a:defRPr sz="2250" b="1">
                <a:solidFill>
                  <a:srgbClr val="087F68"/>
                </a:solidFill>
              </a:defRPr>
            </a:lvl8pPr>
            <a:lvl9pPr>
              <a:defRPr sz="2250" b="1">
                <a:solidFill>
                  <a:srgbClr val="087F6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68"/>
                </a:solidFill>
              </a:defRPr>
            </a:pPr>
            <a:r>
              <a:rPr sz="2250" b="1">
                <a:solidFill>
                  <a:srgbClr val="087F68"/>
                </a:solidFill>
              </a:rPr>
              <a:t>Njoftimet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8BF847-DD8A-49E8-88AC-60D315C3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2B38"/>
                </a:solidFill>
              </a:defRPr>
            </a:defPPr>
            <a:lvl1pPr>
              <a:defRPr sz="2025" b="0">
                <a:solidFill>
                  <a:srgbClr val="122B38"/>
                </a:solidFill>
              </a:defRPr>
            </a:lvl1pPr>
            <a:lvl2pPr>
              <a:defRPr sz="2025" b="0">
                <a:solidFill>
                  <a:srgbClr val="122B38"/>
                </a:solidFill>
              </a:defRPr>
            </a:lvl2pPr>
            <a:lvl3pPr>
              <a:defRPr sz="2025" b="0">
                <a:solidFill>
                  <a:srgbClr val="122B38"/>
                </a:solidFill>
              </a:defRPr>
            </a:lvl3pPr>
            <a:lvl4pPr>
              <a:defRPr sz="2025" b="0">
                <a:solidFill>
                  <a:srgbClr val="122B38"/>
                </a:solidFill>
              </a:defRPr>
            </a:lvl4pPr>
            <a:lvl5pPr>
              <a:defRPr sz="2025" b="0">
                <a:solidFill>
                  <a:srgbClr val="122B38"/>
                </a:solidFill>
              </a:defRPr>
            </a:lvl5pPr>
            <a:lvl6pPr>
              <a:defRPr sz="2025" b="0">
                <a:solidFill>
                  <a:srgbClr val="122B38"/>
                </a:solidFill>
              </a:defRPr>
            </a:lvl6pPr>
            <a:lvl7pPr>
              <a:defRPr sz="2025" b="0">
                <a:solidFill>
                  <a:srgbClr val="122B38"/>
                </a:solidFill>
              </a:defRPr>
            </a:lvl7pPr>
            <a:lvl8pPr>
              <a:defRPr sz="2025" b="0">
                <a:solidFill>
                  <a:srgbClr val="122B38"/>
                </a:solidFill>
              </a:defRPr>
            </a:lvl8pPr>
            <a:lvl9pPr>
              <a:defRPr sz="2025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B38"/>
                </a:solidFill>
              </a:defRPr>
            </a:pPr>
            <a:r>
              <a:rPr sz="2025" b="0">
                <a:solidFill>
                  <a:srgbClr val="122B38"/>
                </a:solidFill>
              </a:rPr>
              <a:t>Kujtesa para stërvitjes, ndryshime orari dhe pagesa.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761BD-D480-41DA-BC59-E6FC368D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8707B"/>
                </a:solidFill>
              </a:defRPr>
            </a:defPPr>
            <a:lvl1pPr>
              <a:defRPr sz="1425" b="0">
                <a:solidFill>
                  <a:srgbClr val="58707B"/>
                </a:solidFill>
              </a:defRPr>
            </a:lvl1pPr>
            <a:lvl2pPr>
              <a:defRPr sz="1425" b="0">
                <a:solidFill>
                  <a:srgbClr val="58707B"/>
                </a:solidFill>
              </a:defRPr>
            </a:lvl2pPr>
            <a:lvl3pPr>
              <a:defRPr sz="1425" b="0">
                <a:solidFill>
                  <a:srgbClr val="58707B"/>
                </a:solidFill>
              </a:defRPr>
            </a:lvl3pPr>
            <a:lvl4pPr>
              <a:defRPr sz="1425" b="0">
                <a:solidFill>
                  <a:srgbClr val="58707B"/>
                </a:solidFill>
              </a:defRPr>
            </a:lvl4pPr>
            <a:lvl5pPr>
              <a:defRPr sz="1425" b="0">
                <a:solidFill>
                  <a:srgbClr val="58707B"/>
                </a:solidFill>
              </a:defRPr>
            </a:lvl5pPr>
            <a:lvl6pPr>
              <a:defRPr sz="1425" b="0">
                <a:solidFill>
                  <a:srgbClr val="58707B"/>
                </a:solidFill>
              </a:defRPr>
            </a:lvl6pPr>
            <a:lvl7pPr>
              <a:defRPr sz="1425" b="0">
                <a:solidFill>
                  <a:srgbClr val="58707B"/>
                </a:solidFill>
              </a:defRPr>
            </a:lvl7pPr>
            <a:lvl8pPr>
              <a:defRPr sz="1425" b="0">
                <a:solidFill>
                  <a:srgbClr val="58707B"/>
                </a:solidFill>
              </a:defRPr>
            </a:lvl8pPr>
            <a:lvl9pPr>
              <a:defRPr sz="1425" b="0">
                <a:solidFill>
                  <a:srgbClr val="58707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8707B"/>
                </a:solidFill>
              </a:defRPr>
            </a:pPr>
            <a:r>
              <a:rPr sz="1425" b="0">
                <a:solidFill>
                  <a:srgbClr val="58707B"/>
                </a:solidFill>
              </a:rPr>
              <a:t>Njoftimet kërkojnë aktivizimin nga prindi.</a:t>
            </a:r>
          </a:p>
        </p:txBody>
      </p:sp>
    </p:spTree>
    <p:extLst>
      <p:ext uri="{BB962C8B-B14F-4D97-AF65-F5344CB8AC3E}">
        <p14:creationId xmlns:p14="http://schemas.microsoft.com/office/powerpoint/2010/main" val="15877354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99CC51-DFEE-43D1-A55B-FEE210CE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8"/>
                </a:solidFill>
              </a:defRPr>
            </a:defPPr>
            <a:lvl1pPr>
              <a:defRPr sz="3300" b="1">
                <a:solidFill>
                  <a:srgbClr val="122B38"/>
                </a:solidFill>
              </a:defRPr>
            </a:lvl1pPr>
            <a:lvl2pPr>
              <a:defRPr sz="3300" b="1">
                <a:solidFill>
                  <a:srgbClr val="122B38"/>
                </a:solidFill>
              </a:defRPr>
            </a:lvl2pPr>
            <a:lvl3pPr>
              <a:defRPr sz="3300" b="1">
                <a:solidFill>
                  <a:srgbClr val="122B38"/>
                </a:solidFill>
              </a:defRPr>
            </a:lvl3pPr>
            <a:lvl4pPr>
              <a:defRPr sz="3300" b="1">
                <a:solidFill>
                  <a:srgbClr val="122B38"/>
                </a:solidFill>
              </a:defRPr>
            </a:lvl4pPr>
            <a:lvl5pPr>
              <a:defRPr sz="3300" b="1">
                <a:solidFill>
                  <a:srgbClr val="122B38"/>
                </a:solidFill>
              </a:defRPr>
            </a:lvl5pPr>
            <a:lvl6pPr>
              <a:defRPr sz="3300" b="1">
                <a:solidFill>
                  <a:srgbClr val="122B38"/>
                </a:solidFill>
              </a:defRPr>
            </a:lvl6pPr>
            <a:lvl7pPr>
              <a:defRPr sz="3300" b="1">
                <a:solidFill>
                  <a:srgbClr val="122B38"/>
                </a:solidFill>
              </a:defRPr>
            </a:lvl7pPr>
            <a:lvl8pPr>
              <a:defRPr sz="3300" b="1">
                <a:solidFill>
                  <a:srgbClr val="122B38"/>
                </a:solidFill>
              </a:defRPr>
            </a:lvl8pPr>
            <a:lvl9pPr>
              <a:defRPr sz="3300" b="1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8"/>
                </a:solidFill>
              </a:defRPr>
            </a:pPr>
            <a:r>
              <a:rPr sz="3300" b="1">
                <a:solidFill>
                  <a:srgbClr val="122B38"/>
                </a:solidFill>
              </a:rPr>
              <a:t>Pagesat pasqyrojnë shumën reale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80990-27F1-49FE-8745-A339AD6A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07B"/>
                </a:solidFill>
              </a:defRPr>
            </a:defPPr>
            <a:lvl1pPr>
              <a:defRPr sz="1275" b="0">
                <a:solidFill>
                  <a:srgbClr val="58707B"/>
                </a:solidFill>
              </a:defRPr>
            </a:lvl1pPr>
            <a:lvl2pPr>
              <a:defRPr sz="1275" b="0">
                <a:solidFill>
                  <a:srgbClr val="58707B"/>
                </a:solidFill>
              </a:defRPr>
            </a:lvl2pPr>
            <a:lvl3pPr>
              <a:defRPr sz="1275" b="0">
                <a:solidFill>
                  <a:srgbClr val="58707B"/>
                </a:solidFill>
              </a:defRPr>
            </a:lvl3pPr>
            <a:lvl4pPr>
              <a:defRPr sz="1275" b="0">
                <a:solidFill>
                  <a:srgbClr val="58707B"/>
                </a:solidFill>
              </a:defRPr>
            </a:lvl4pPr>
            <a:lvl5pPr>
              <a:defRPr sz="1275" b="0">
                <a:solidFill>
                  <a:srgbClr val="58707B"/>
                </a:solidFill>
              </a:defRPr>
            </a:lvl5pPr>
            <a:lvl6pPr>
              <a:defRPr sz="1275" b="0">
                <a:solidFill>
                  <a:srgbClr val="58707B"/>
                </a:solidFill>
              </a:defRPr>
            </a:lvl6pPr>
            <a:lvl7pPr>
              <a:defRPr sz="1275" b="0">
                <a:solidFill>
                  <a:srgbClr val="58707B"/>
                </a:solidFill>
              </a:defRPr>
            </a:lvl7pPr>
            <a:lvl8pPr>
              <a:defRPr sz="1275" b="0">
                <a:solidFill>
                  <a:srgbClr val="58707B"/>
                </a:solidFill>
              </a:defRPr>
            </a:lvl8pPr>
            <a:lvl9pPr>
              <a:defRPr sz="1275" b="0">
                <a:solidFill>
                  <a:srgbClr val="58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07B"/>
                </a:solidFill>
              </a:defRPr>
            </a:pPr>
            <a:r>
              <a:rPr sz="1275" b="0">
                <a:solidFill>
                  <a:srgbClr val="58707B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D59F9-F7BC-4AA5-ACA7-F03579CA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85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122B38"/>
                </a:solidFill>
              </a:defRPr>
            </a:defPPr>
            <a:lvl1pPr>
              <a:defRPr sz="5700" b="1">
                <a:solidFill>
                  <a:srgbClr val="122B38"/>
                </a:solidFill>
              </a:defRPr>
            </a:lvl1pPr>
            <a:lvl2pPr>
              <a:defRPr sz="5700" b="1">
                <a:solidFill>
                  <a:srgbClr val="122B38"/>
                </a:solidFill>
              </a:defRPr>
            </a:lvl2pPr>
            <a:lvl3pPr>
              <a:defRPr sz="5700" b="1">
                <a:solidFill>
                  <a:srgbClr val="122B38"/>
                </a:solidFill>
              </a:defRPr>
            </a:lvl3pPr>
            <a:lvl4pPr>
              <a:defRPr sz="5700" b="1">
                <a:solidFill>
                  <a:srgbClr val="122B38"/>
                </a:solidFill>
              </a:defRPr>
            </a:lvl4pPr>
            <a:lvl5pPr>
              <a:defRPr sz="5700" b="1">
                <a:solidFill>
                  <a:srgbClr val="122B38"/>
                </a:solidFill>
              </a:defRPr>
            </a:lvl5pPr>
            <a:lvl6pPr>
              <a:defRPr sz="5700" b="1">
                <a:solidFill>
                  <a:srgbClr val="122B38"/>
                </a:solidFill>
              </a:defRPr>
            </a:lvl6pPr>
            <a:lvl7pPr>
              <a:defRPr sz="5700" b="1">
                <a:solidFill>
                  <a:srgbClr val="122B38"/>
                </a:solidFill>
              </a:defRPr>
            </a:lvl7pPr>
            <a:lvl8pPr>
              <a:defRPr sz="5700" b="1">
                <a:solidFill>
                  <a:srgbClr val="122B38"/>
                </a:solidFill>
              </a:defRPr>
            </a:lvl8pPr>
            <a:lvl9pPr>
              <a:defRPr sz="5700" b="1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122B38"/>
                </a:solidFill>
              </a:defRPr>
            </a:pPr>
            <a:r>
              <a:rPr sz="5700" b="1">
                <a:solidFill>
                  <a:srgbClr val="122B38"/>
                </a:solidFill>
              </a:rPr>
              <a:t>100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87D143-26EB-4293-BF87-6B05A94F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58707B"/>
                </a:solidFill>
              </a:defRPr>
            </a:defPPr>
            <a:lvl1pPr>
              <a:defRPr sz="2025" b="0">
                <a:solidFill>
                  <a:srgbClr val="58707B"/>
                </a:solidFill>
              </a:defRPr>
            </a:lvl1pPr>
            <a:lvl2pPr>
              <a:defRPr sz="2025" b="0">
                <a:solidFill>
                  <a:srgbClr val="58707B"/>
                </a:solidFill>
              </a:defRPr>
            </a:lvl2pPr>
            <a:lvl3pPr>
              <a:defRPr sz="2025" b="0">
                <a:solidFill>
                  <a:srgbClr val="58707B"/>
                </a:solidFill>
              </a:defRPr>
            </a:lvl3pPr>
            <a:lvl4pPr>
              <a:defRPr sz="2025" b="0">
                <a:solidFill>
                  <a:srgbClr val="58707B"/>
                </a:solidFill>
              </a:defRPr>
            </a:lvl4pPr>
            <a:lvl5pPr>
              <a:defRPr sz="2025" b="0">
                <a:solidFill>
                  <a:srgbClr val="58707B"/>
                </a:solidFill>
              </a:defRPr>
            </a:lvl5pPr>
            <a:lvl6pPr>
              <a:defRPr sz="2025" b="0">
                <a:solidFill>
                  <a:srgbClr val="58707B"/>
                </a:solidFill>
              </a:defRPr>
            </a:lvl6pPr>
            <a:lvl7pPr>
              <a:defRPr sz="2025" b="0">
                <a:solidFill>
                  <a:srgbClr val="58707B"/>
                </a:solidFill>
              </a:defRPr>
            </a:lvl7pPr>
            <a:lvl8pPr>
              <a:defRPr sz="2025" b="0">
                <a:solidFill>
                  <a:srgbClr val="58707B"/>
                </a:solidFill>
              </a:defRPr>
            </a:lvl8pPr>
            <a:lvl9pPr>
              <a:defRPr sz="2025" b="0">
                <a:solidFill>
                  <a:srgbClr val="58707B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58707B"/>
                </a:solidFill>
              </a:defRPr>
            </a:pPr>
            <a:r>
              <a:rPr sz="2025" b="0">
                <a:solidFill>
                  <a:srgbClr val="58707B"/>
                </a:solidFill>
              </a:rPr>
              <a:t>Për t’u paguar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8D4AF8-9988-4ADF-BBE0-12016DA4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619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087F68"/>
                </a:solidFill>
              </a:defRPr>
            </a:defPPr>
            <a:lvl1pPr>
              <a:defRPr sz="5700" b="1">
                <a:solidFill>
                  <a:srgbClr val="087F68"/>
                </a:solidFill>
              </a:defRPr>
            </a:lvl1pPr>
            <a:lvl2pPr>
              <a:defRPr sz="5700" b="1">
                <a:solidFill>
                  <a:srgbClr val="087F68"/>
                </a:solidFill>
              </a:defRPr>
            </a:lvl2pPr>
            <a:lvl3pPr>
              <a:defRPr sz="5700" b="1">
                <a:solidFill>
                  <a:srgbClr val="087F68"/>
                </a:solidFill>
              </a:defRPr>
            </a:lvl3pPr>
            <a:lvl4pPr>
              <a:defRPr sz="5700" b="1">
                <a:solidFill>
                  <a:srgbClr val="087F68"/>
                </a:solidFill>
              </a:defRPr>
            </a:lvl4pPr>
            <a:lvl5pPr>
              <a:defRPr sz="5700" b="1">
                <a:solidFill>
                  <a:srgbClr val="087F68"/>
                </a:solidFill>
              </a:defRPr>
            </a:lvl5pPr>
            <a:lvl6pPr>
              <a:defRPr sz="5700" b="1">
                <a:solidFill>
                  <a:srgbClr val="087F68"/>
                </a:solidFill>
              </a:defRPr>
            </a:lvl6pPr>
            <a:lvl7pPr>
              <a:defRPr sz="5700" b="1">
                <a:solidFill>
                  <a:srgbClr val="087F68"/>
                </a:solidFill>
              </a:defRPr>
            </a:lvl7pPr>
            <a:lvl8pPr>
              <a:defRPr sz="5700" b="1">
                <a:solidFill>
                  <a:srgbClr val="087F68"/>
                </a:solidFill>
              </a:defRPr>
            </a:lvl8pPr>
            <a:lvl9pPr>
              <a:defRPr sz="5700" b="1">
                <a:solidFill>
                  <a:srgbClr val="087F68"/>
                </a:solidFill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087F68"/>
                </a:solidFill>
              </a:defRPr>
            </a:pPr>
            <a:r>
              <a:rPr sz="5700" b="1">
                <a:solidFill>
                  <a:srgbClr val="087F68"/>
                </a:solidFill>
              </a:rPr>
              <a:t>60 ose 110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E87848-A5D3-48E2-B338-13174054F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90875"/>
            <a:ext cx="5905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2B38"/>
                </a:solidFill>
              </a:defRPr>
            </a:defPPr>
            <a:lvl1pPr>
              <a:defRPr sz="2025" b="0">
                <a:solidFill>
                  <a:srgbClr val="122B38"/>
                </a:solidFill>
              </a:defRPr>
            </a:lvl1pPr>
            <a:lvl2pPr>
              <a:defRPr sz="2025" b="0">
                <a:solidFill>
                  <a:srgbClr val="122B38"/>
                </a:solidFill>
              </a:defRPr>
            </a:lvl2pPr>
            <a:lvl3pPr>
              <a:defRPr sz="2025" b="0">
                <a:solidFill>
                  <a:srgbClr val="122B38"/>
                </a:solidFill>
              </a:defRPr>
            </a:lvl3pPr>
            <a:lvl4pPr>
              <a:defRPr sz="2025" b="0">
                <a:solidFill>
                  <a:srgbClr val="122B38"/>
                </a:solidFill>
              </a:defRPr>
            </a:lvl4pPr>
            <a:lvl5pPr>
              <a:defRPr sz="2025" b="0">
                <a:solidFill>
                  <a:srgbClr val="122B38"/>
                </a:solidFill>
              </a:defRPr>
            </a:lvl5pPr>
            <a:lvl6pPr>
              <a:defRPr sz="2025" b="0">
                <a:solidFill>
                  <a:srgbClr val="122B38"/>
                </a:solidFill>
              </a:defRPr>
            </a:lvl6pPr>
            <a:lvl7pPr>
              <a:defRPr sz="2025" b="0">
                <a:solidFill>
                  <a:srgbClr val="122B38"/>
                </a:solidFill>
              </a:defRPr>
            </a:lvl7pPr>
            <a:lvl8pPr>
              <a:defRPr sz="2025" b="0">
                <a:solidFill>
                  <a:srgbClr val="122B38"/>
                </a:solidFill>
              </a:defRPr>
            </a:lvl8pPr>
            <a:lvl9pPr>
              <a:defRPr sz="2025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B38"/>
                </a:solidFill>
              </a:defRPr>
            </a:pPr>
            <a:r>
              <a:rPr sz="2025" b="0">
                <a:solidFill>
                  <a:srgbClr val="122B38"/>
                </a:solidFill>
              </a:rPr>
              <a:t>Operatori regjistron shumën e pranuar në bankë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1BFD2-464B-4DFA-A351-A70E2D75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47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2B38"/>
                </a:solidFill>
              </a:defRPr>
            </a:defPPr>
            <a:lvl1pPr>
              <a:defRPr sz="2550" b="0">
                <a:solidFill>
                  <a:srgbClr val="122B38"/>
                </a:solidFill>
              </a:defRPr>
            </a:lvl1pPr>
            <a:lvl2pPr>
              <a:defRPr sz="2550" b="0">
                <a:solidFill>
                  <a:srgbClr val="122B38"/>
                </a:solidFill>
              </a:defRPr>
            </a:lvl2pPr>
            <a:lvl3pPr>
              <a:defRPr sz="2550" b="0">
                <a:solidFill>
                  <a:srgbClr val="122B38"/>
                </a:solidFill>
              </a:defRPr>
            </a:lvl3pPr>
            <a:lvl4pPr>
              <a:defRPr sz="2550" b="0">
                <a:solidFill>
                  <a:srgbClr val="122B38"/>
                </a:solidFill>
              </a:defRPr>
            </a:lvl4pPr>
            <a:lvl5pPr>
              <a:defRPr sz="2550" b="0">
                <a:solidFill>
                  <a:srgbClr val="122B38"/>
                </a:solidFill>
              </a:defRPr>
            </a:lvl5pPr>
            <a:lvl6pPr>
              <a:defRPr sz="2550" b="0">
                <a:solidFill>
                  <a:srgbClr val="122B38"/>
                </a:solidFill>
              </a:defRPr>
            </a:lvl6pPr>
            <a:lvl7pPr>
              <a:defRPr sz="2550" b="0">
                <a:solidFill>
                  <a:srgbClr val="122B38"/>
                </a:solidFill>
              </a:defRPr>
            </a:lvl7pPr>
            <a:lvl8pPr>
              <a:defRPr sz="2550" b="0">
                <a:solidFill>
                  <a:srgbClr val="122B38"/>
                </a:solidFill>
              </a:defRPr>
            </a:lvl8pPr>
            <a:lvl9pPr>
              <a:defRPr sz="2550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2B38"/>
                </a:solidFill>
              </a:defRPr>
            </a:pPr>
            <a:r>
              <a:rPr sz="2550" b="0">
                <a:solidFill>
                  <a:srgbClr val="122B38"/>
                </a:solidFill>
              </a:rPr>
              <a:t>Kartela ruan pagesat, detyrimet dhe parapagimin.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C388E1-6502-41C2-9702-B5C9160BA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8707B"/>
                </a:solidFill>
              </a:defRPr>
            </a:defPPr>
            <a:lvl1pPr>
              <a:defRPr sz="1425" b="0">
                <a:solidFill>
                  <a:srgbClr val="58707B"/>
                </a:solidFill>
              </a:defRPr>
            </a:lvl1pPr>
            <a:lvl2pPr>
              <a:defRPr sz="1425" b="0">
                <a:solidFill>
                  <a:srgbClr val="58707B"/>
                </a:solidFill>
              </a:defRPr>
            </a:lvl2pPr>
            <a:lvl3pPr>
              <a:defRPr sz="1425" b="0">
                <a:solidFill>
                  <a:srgbClr val="58707B"/>
                </a:solidFill>
              </a:defRPr>
            </a:lvl3pPr>
            <a:lvl4pPr>
              <a:defRPr sz="1425" b="0">
                <a:solidFill>
                  <a:srgbClr val="58707B"/>
                </a:solidFill>
              </a:defRPr>
            </a:lvl4pPr>
            <a:lvl5pPr>
              <a:defRPr sz="1425" b="0">
                <a:solidFill>
                  <a:srgbClr val="58707B"/>
                </a:solidFill>
              </a:defRPr>
            </a:lvl5pPr>
            <a:lvl6pPr>
              <a:defRPr sz="1425" b="0">
                <a:solidFill>
                  <a:srgbClr val="58707B"/>
                </a:solidFill>
              </a:defRPr>
            </a:lvl6pPr>
            <a:lvl7pPr>
              <a:defRPr sz="1425" b="0">
                <a:solidFill>
                  <a:srgbClr val="58707B"/>
                </a:solidFill>
              </a:defRPr>
            </a:lvl7pPr>
            <a:lvl8pPr>
              <a:defRPr sz="1425" b="0">
                <a:solidFill>
                  <a:srgbClr val="58707B"/>
                </a:solidFill>
              </a:defRPr>
            </a:lvl8pPr>
            <a:lvl9pPr>
              <a:defRPr sz="1425" b="0">
                <a:solidFill>
                  <a:srgbClr val="58707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8707B"/>
                </a:solidFill>
              </a:defRPr>
            </a:pPr>
            <a:r>
              <a:rPr sz="1425" b="0">
                <a:solidFill>
                  <a:srgbClr val="58707B"/>
                </a:solidFill>
              </a:rPr>
              <a:t>Shembull ilustrues</a:t>
            </a:r>
          </a:p>
        </p:txBody>
      </p:sp>
    </p:spTree>
    <p:extLst>
      <p:ext uri="{BB962C8B-B14F-4D97-AF65-F5344CB8AC3E}">
        <p14:creationId xmlns:p14="http://schemas.microsoft.com/office/powerpoint/2010/main" val="7769944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CAF88A-78AC-4280-9324-D070F48E4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8"/>
                </a:solidFill>
              </a:defRPr>
            </a:defPPr>
            <a:lvl1pPr>
              <a:defRPr sz="3300" b="1">
                <a:solidFill>
                  <a:srgbClr val="122B38"/>
                </a:solidFill>
              </a:defRPr>
            </a:lvl1pPr>
            <a:lvl2pPr>
              <a:defRPr sz="3300" b="1">
                <a:solidFill>
                  <a:srgbClr val="122B38"/>
                </a:solidFill>
              </a:defRPr>
            </a:lvl2pPr>
            <a:lvl3pPr>
              <a:defRPr sz="3300" b="1">
                <a:solidFill>
                  <a:srgbClr val="122B38"/>
                </a:solidFill>
              </a:defRPr>
            </a:lvl3pPr>
            <a:lvl4pPr>
              <a:defRPr sz="3300" b="1">
                <a:solidFill>
                  <a:srgbClr val="122B38"/>
                </a:solidFill>
              </a:defRPr>
            </a:lvl4pPr>
            <a:lvl5pPr>
              <a:defRPr sz="3300" b="1">
                <a:solidFill>
                  <a:srgbClr val="122B38"/>
                </a:solidFill>
              </a:defRPr>
            </a:lvl5pPr>
            <a:lvl6pPr>
              <a:defRPr sz="3300" b="1">
                <a:solidFill>
                  <a:srgbClr val="122B38"/>
                </a:solidFill>
              </a:defRPr>
            </a:lvl6pPr>
            <a:lvl7pPr>
              <a:defRPr sz="3300" b="1">
                <a:solidFill>
                  <a:srgbClr val="122B38"/>
                </a:solidFill>
              </a:defRPr>
            </a:lvl7pPr>
            <a:lvl8pPr>
              <a:defRPr sz="3300" b="1">
                <a:solidFill>
                  <a:srgbClr val="122B38"/>
                </a:solidFill>
              </a:defRPr>
            </a:lvl8pPr>
            <a:lvl9pPr>
              <a:defRPr sz="3300" b="1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8"/>
                </a:solidFill>
              </a:defRPr>
            </a:pPr>
            <a:r>
              <a:rPr sz="3300" b="1">
                <a:solidFill>
                  <a:srgbClr val="122B38"/>
                </a:solidFill>
              </a:rPr>
              <a:t>Sponsorizimet kanë buxhetin e tyre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D2EFDB-92BA-49F0-8E57-725B7C8C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07B"/>
                </a:solidFill>
              </a:defRPr>
            </a:defPPr>
            <a:lvl1pPr>
              <a:defRPr sz="1275" b="0">
                <a:solidFill>
                  <a:srgbClr val="58707B"/>
                </a:solidFill>
              </a:defRPr>
            </a:lvl1pPr>
            <a:lvl2pPr>
              <a:defRPr sz="1275" b="0">
                <a:solidFill>
                  <a:srgbClr val="58707B"/>
                </a:solidFill>
              </a:defRPr>
            </a:lvl2pPr>
            <a:lvl3pPr>
              <a:defRPr sz="1275" b="0">
                <a:solidFill>
                  <a:srgbClr val="58707B"/>
                </a:solidFill>
              </a:defRPr>
            </a:lvl3pPr>
            <a:lvl4pPr>
              <a:defRPr sz="1275" b="0">
                <a:solidFill>
                  <a:srgbClr val="58707B"/>
                </a:solidFill>
              </a:defRPr>
            </a:lvl4pPr>
            <a:lvl5pPr>
              <a:defRPr sz="1275" b="0">
                <a:solidFill>
                  <a:srgbClr val="58707B"/>
                </a:solidFill>
              </a:defRPr>
            </a:lvl5pPr>
            <a:lvl6pPr>
              <a:defRPr sz="1275" b="0">
                <a:solidFill>
                  <a:srgbClr val="58707B"/>
                </a:solidFill>
              </a:defRPr>
            </a:lvl6pPr>
            <a:lvl7pPr>
              <a:defRPr sz="1275" b="0">
                <a:solidFill>
                  <a:srgbClr val="58707B"/>
                </a:solidFill>
              </a:defRPr>
            </a:lvl7pPr>
            <a:lvl8pPr>
              <a:defRPr sz="1275" b="0">
                <a:solidFill>
                  <a:srgbClr val="58707B"/>
                </a:solidFill>
              </a:defRPr>
            </a:lvl8pPr>
            <a:lvl9pPr>
              <a:defRPr sz="1275" b="0">
                <a:solidFill>
                  <a:srgbClr val="58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07B"/>
                </a:solidFill>
              </a:defRPr>
            </a:pPr>
            <a:r>
              <a:rPr sz="1275" b="0">
                <a:solidFill>
                  <a:srgbClr val="58707B"/>
                </a:solidFill>
              </a:rPr>
              <a:t>09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99F19-465B-4420-B185-ABA593B179AE}"/>
              </a:ext>
            </a:extLst>
          </p:cNvPr>
          <p:cNvGraphicFramePr/>
          <p:nvPr/>
        </p:nvGraphicFramePr>
        <p:xfrm>
          <a:off xmlns:a="http://schemas.openxmlformats.org/drawingml/2006/main" x="685800" y="2143125"/>
          <a:ext xmlns:a="http://schemas.openxmlformats.org/drawingml/2006/main" cx="10820400" cy="1295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381250"/>
                <a:gridCol w="2286000"/>
                <a:gridCol w="3486150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Kategoria</a:t>
                      </a:r>
                    </a:p>
                  </a:txBody>
                  <a:tcPr marL="91440" marR="91440" marT="45720" marB="45720">
                    <a:solidFill>
                      <a:srgbClr val="102D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Plani vjetor</a:t>
                      </a:r>
                    </a:p>
                  </a:txBody>
                  <a:tcPr marL="91440" marR="91440" marT="45720" marB="45720">
                    <a:solidFill>
                      <a:srgbClr val="102D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Sponsor</a:t>
                      </a:r>
                    </a:p>
                  </a:txBody>
                  <a:tcPr marL="91440" marR="91440" marT="45720" marB="45720">
                    <a:solidFill>
                      <a:srgbClr val="102D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Mbeten për mbulim</a:t>
                      </a:r>
                    </a:p>
                  </a:txBody>
                  <a:tcPr marL="91440" marR="91440" marT="45720" marB="45720">
                    <a:solidFill>
                      <a:srgbClr val="102D3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B38"/>
                          </a:solidFill>
                        </a:rPr>
                        <a:t>Pagat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B38"/>
                          </a:solidFill>
                        </a:rPr>
                        <a:t>20 000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B38"/>
                          </a:solidFill>
                        </a:rPr>
                        <a:t>2 000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22B38"/>
                          </a:solidFill>
                        </a:rPr>
                        <a:t>18 000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119EE9-6B9B-4AB1-A6C0-66D4DDDE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47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2B38"/>
                </a:solidFill>
              </a:defRPr>
            </a:defPPr>
            <a:lvl1pPr>
              <a:defRPr sz="2250" b="0">
                <a:solidFill>
                  <a:srgbClr val="122B38"/>
                </a:solidFill>
              </a:defRPr>
            </a:lvl1pPr>
            <a:lvl2pPr>
              <a:defRPr sz="2250" b="0">
                <a:solidFill>
                  <a:srgbClr val="122B38"/>
                </a:solidFill>
              </a:defRPr>
            </a:lvl2pPr>
            <a:lvl3pPr>
              <a:defRPr sz="2250" b="0">
                <a:solidFill>
                  <a:srgbClr val="122B38"/>
                </a:solidFill>
              </a:defRPr>
            </a:lvl3pPr>
            <a:lvl4pPr>
              <a:defRPr sz="2250" b="0">
                <a:solidFill>
                  <a:srgbClr val="122B38"/>
                </a:solidFill>
              </a:defRPr>
            </a:lvl4pPr>
            <a:lvl5pPr>
              <a:defRPr sz="2250" b="0">
                <a:solidFill>
                  <a:srgbClr val="122B38"/>
                </a:solidFill>
              </a:defRPr>
            </a:lvl5pPr>
            <a:lvl6pPr>
              <a:defRPr sz="2250" b="0">
                <a:solidFill>
                  <a:srgbClr val="122B38"/>
                </a:solidFill>
              </a:defRPr>
            </a:lvl6pPr>
            <a:lvl7pPr>
              <a:defRPr sz="2250" b="0">
                <a:solidFill>
                  <a:srgbClr val="122B38"/>
                </a:solidFill>
              </a:defRPr>
            </a:lvl7pPr>
            <a:lvl8pPr>
              <a:defRPr sz="2250" b="0">
                <a:solidFill>
                  <a:srgbClr val="122B38"/>
                </a:solidFill>
              </a:defRPr>
            </a:lvl8pPr>
            <a:lvl9pPr>
              <a:defRPr sz="2250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B38"/>
                </a:solidFill>
              </a:defRPr>
            </a:pPr>
            <a:r>
              <a:rPr sz="2250" b="0">
                <a:solidFill>
                  <a:srgbClr val="122B38"/>
                </a:solidFill>
              </a:rPr>
              <a:t>Kontrata dhe afatet e përdorimit</a:t>
            </a:r>
          </a:p>
          <a:p xmlns:a="http://schemas.openxmlformats.org/drawingml/2006/main">
            <a:pPr>
              <a:defRPr sz="2250" b="0">
                <a:solidFill>
                  <a:srgbClr val="122B38"/>
                </a:solidFill>
              </a:defRPr>
            </a:pPr>
            <a:r>
              <a:rPr sz="2250" b="0">
                <a:solidFill>
                  <a:srgbClr val="122B38"/>
                </a:solidFill>
              </a:rPr>
              <a:t>Faturat sipas kategorive</a:t>
            </a:r>
          </a:p>
          <a:p xmlns:a="http://schemas.openxmlformats.org/drawingml/2006/main">
            <a:pPr>
              <a:defRPr sz="2250" b="0">
                <a:solidFill>
                  <a:srgbClr val="122B38"/>
                </a:solidFill>
              </a:defRPr>
            </a:pPr>
            <a:r>
              <a:rPr sz="2250" b="0">
                <a:solidFill>
                  <a:srgbClr val="122B38"/>
                </a:solidFill>
              </a:rPr>
              <a:t>Raporti për secilin sponsor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76A1F6-01F2-449D-872C-088481F1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58707B"/>
                </a:solidFill>
              </a:defRPr>
            </a:defPPr>
            <a:lvl1pPr>
              <a:defRPr sz="1425" b="0">
                <a:solidFill>
                  <a:srgbClr val="58707B"/>
                </a:solidFill>
              </a:defRPr>
            </a:lvl1pPr>
            <a:lvl2pPr>
              <a:defRPr sz="1425" b="0">
                <a:solidFill>
                  <a:srgbClr val="58707B"/>
                </a:solidFill>
              </a:defRPr>
            </a:lvl2pPr>
            <a:lvl3pPr>
              <a:defRPr sz="1425" b="0">
                <a:solidFill>
                  <a:srgbClr val="58707B"/>
                </a:solidFill>
              </a:defRPr>
            </a:lvl3pPr>
            <a:lvl4pPr>
              <a:defRPr sz="1425" b="0">
                <a:solidFill>
                  <a:srgbClr val="58707B"/>
                </a:solidFill>
              </a:defRPr>
            </a:lvl4pPr>
            <a:lvl5pPr>
              <a:defRPr sz="1425" b="0">
                <a:solidFill>
                  <a:srgbClr val="58707B"/>
                </a:solidFill>
              </a:defRPr>
            </a:lvl5pPr>
            <a:lvl6pPr>
              <a:defRPr sz="1425" b="0">
                <a:solidFill>
                  <a:srgbClr val="58707B"/>
                </a:solidFill>
              </a:defRPr>
            </a:lvl6pPr>
            <a:lvl7pPr>
              <a:defRPr sz="1425" b="0">
                <a:solidFill>
                  <a:srgbClr val="58707B"/>
                </a:solidFill>
              </a:defRPr>
            </a:lvl7pPr>
            <a:lvl8pPr>
              <a:defRPr sz="1425" b="0">
                <a:solidFill>
                  <a:srgbClr val="58707B"/>
                </a:solidFill>
              </a:defRPr>
            </a:lvl8pPr>
            <a:lvl9pPr>
              <a:defRPr sz="1425" b="0">
                <a:solidFill>
                  <a:srgbClr val="58707B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58707B"/>
                </a:solidFill>
              </a:defRPr>
            </a:pPr>
            <a:r>
              <a:rPr sz="1425" b="0">
                <a:solidFill>
                  <a:srgbClr val="58707B"/>
                </a:solidFill>
              </a:rPr>
              <a:t>Shembull ilustrues i mbulimit të planit</a:t>
            </a:r>
          </a:p>
        </p:txBody>
      </p:sp>
    </p:spTree>
    <p:extLst>
      <p:ext uri="{BB962C8B-B14F-4D97-AF65-F5344CB8AC3E}">
        <p14:creationId xmlns:p14="http://schemas.microsoft.com/office/powerpoint/2010/main" val="10712551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FF661-FA7C-45AF-B758-FD4D8188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8"/>
                </a:solidFill>
              </a:defRPr>
            </a:defPPr>
            <a:lvl1pPr>
              <a:defRPr sz="3300" b="1">
                <a:solidFill>
                  <a:srgbClr val="122B38"/>
                </a:solidFill>
              </a:defRPr>
            </a:lvl1pPr>
            <a:lvl2pPr>
              <a:defRPr sz="3300" b="1">
                <a:solidFill>
                  <a:srgbClr val="122B38"/>
                </a:solidFill>
              </a:defRPr>
            </a:lvl2pPr>
            <a:lvl3pPr>
              <a:defRPr sz="3300" b="1">
                <a:solidFill>
                  <a:srgbClr val="122B38"/>
                </a:solidFill>
              </a:defRPr>
            </a:lvl3pPr>
            <a:lvl4pPr>
              <a:defRPr sz="3300" b="1">
                <a:solidFill>
                  <a:srgbClr val="122B38"/>
                </a:solidFill>
              </a:defRPr>
            </a:lvl4pPr>
            <a:lvl5pPr>
              <a:defRPr sz="3300" b="1">
                <a:solidFill>
                  <a:srgbClr val="122B38"/>
                </a:solidFill>
              </a:defRPr>
            </a:lvl5pPr>
            <a:lvl6pPr>
              <a:defRPr sz="3300" b="1">
                <a:solidFill>
                  <a:srgbClr val="122B38"/>
                </a:solidFill>
              </a:defRPr>
            </a:lvl6pPr>
            <a:lvl7pPr>
              <a:defRPr sz="3300" b="1">
                <a:solidFill>
                  <a:srgbClr val="122B38"/>
                </a:solidFill>
              </a:defRPr>
            </a:lvl7pPr>
            <a:lvl8pPr>
              <a:defRPr sz="3300" b="1">
                <a:solidFill>
                  <a:srgbClr val="122B38"/>
                </a:solidFill>
              </a:defRPr>
            </a:lvl8pPr>
            <a:lvl9pPr>
              <a:defRPr sz="3300" b="1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8"/>
                </a:solidFill>
              </a:defRPr>
            </a:pPr>
            <a:r>
              <a:rPr sz="3300" b="1">
                <a:solidFill>
                  <a:srgbClr val="122B38"/>
                </a:solidFill>
              </a:rPr>
              <a:t>Kontrolle për regjistrime më të sakta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0FD70-FCC4-490E-A613-76FCE6B7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07B"/>
                </a:solidFill>
              </a:defRPr>
            </a:defPPr>
            <a:lvl1pPr>
              <a:defRPr sz="1275" b="0">
                <a:solidFill>
                  <a:srgbClr val="58707B"/>
                </a:solidFill>
              </a:defRPr>
            </a:lvl1pPr>
            <a:lvl2pPr>
              <a:defRPr sz="1275" b="0">
                <a:solidFill>
                  <a:srgbClr val="58707B"/>
                </a:solidFill>
              </a:defRPr>
            </a:lvl2pPr>
            <a:lvl3pPr>
              <a:defRPr sz="1275" b="0">
                <a:solidFill>
                  <a:srgbClr val="58707B"/>
                </a:solidFill>
              </a:defRPr>
            </a:lvl3pPr>
            <a:lvl4pPr>
              <a:defRPr sz="1275" b="0">
                <a:solidFill>
                  <a:srgbClr val="58707B"/>
                </a:solidFill>
              </a:defRPr>
            </a:lvl4pPr>
            <a:lvl5pPr>
              <a:defRPr sz="1275" b="0">
                <a:solidFill>
                  <a:srgbClr val="58707B"/>
                </a:solidFill>
              </a:defRPr>
            </a:lvl5pPr>
            <a:lvl6pPr>
              <a:defRPr sz="1275" b="0">
                <a:solidFill>
                  <a:srgbClr val="58707B"/>
                </a:solidFill>
              </a:defRPr>
            </a:lvl6pPr>
            <a:lvl7pPr>
              <a:defRPr sz="1275" b="0">
                <a:solidFill>
                  <a:srgbClr val="58707B"/>
                </a:solidFill>
              </a:defRPr>
            </a:lvl7pPr>
            <a:lvl8pPr>
              <a:defRPr sz="1275" b="0">
                <a:solidFill>
                  <a:srgbClr val="58707B"/>
                </a:solidFill>
              </a:defRPr>
            </a:lvl8pPr>
            <a:lvl9pPr>
              <a:defRPr sz="1275" b="0">
                <a:solidFill>
                  <a:srgbClr val="58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07B"/>
                </a:solidFill>
              </a:defRPr>
            </a:pPr>
            <a:r>
              <a:rPr sz="1275" b="0">
                <a:solidFill>
                  <a:srgbClr val="58707B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B6C98-6920-4D5B-A076-852C656B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68"/>
                </a:solidFill>
              </a:defRPr>
            </a:defPPr>
            <a:lvl1pPr>
              <a:defRPr sz="2250" b="1">
                <a:solidFill>
                  <a:srgbClr val="087F68"/>
                </a:solidFill>
              </a:defRPr>
            </a:lvl1pPr>
            <a:lvl2pPr>
              <a:defRPr sz="2250" b="1">
                <a:solidFill>
                  <a:srgbClr val="087F68"/>
                </a:solidFill>
              </a:defRPr>
            </a:lvl2pPr>
            <a:lvl3pPr>
              <a:defRPr sz="2250" b="1">
                <a:solidFill>
                  <a:srgbClr val="087F68"/>
                </a:solidFill>
              </a:defRPr>
            </a:lvl3pPr>
            <a:lvl4pPr>
              <a:defRPr sz="2250" b="1">
                <a:solidFill>
                  <a:srgbClr val="087F68"/>
                </a:solidFill>
              </a:defRPr>
            </a:lvl4pPr>
            <a:lvl5pPr>
              <a:defRPr sz="2250" b="1">
                <a:solidFill>
                  <a:srgbClr val="087F68"/>
                </a:solidFill>
              </a:defRPr>
            </a:lvl5pPr>
            <a:lvl6pPr>
              <a:defRPr sz="2250" b="1">
                <a:solidFill>
                  <a:srgbClr val="087F68"/>
                </a:solidFill>
              </a:defRPr>
            </a:lvl6pPr>
            <a:lvl7pPr>
              <a:defRPr sz="2250" b="1">
                <a:solidFill>
                  <a:srgbClr val="087F68"/>
                </a:solidFill>
              </a:defRPr>
            </a:lvl7pPr>
            <a:lvl8pPr>
              <a:defRPr sz="2250" b="1">
                <a:solidFill>
                  <a:srgbClr val="087F68"/>
                </a:solidFill>
              </a:defRPr>
            </a:lvl8pPr>
            <a:lvl9pPr>
              <a:defRPr sz="2250" b="1">
                <a:solidFill>
                  <a:srgbClr val="087F6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68"/>
                </a:solidFill>
              </a:defRPr>
            </a:pPr>
            <a:r>
              <a:rPr sz="2250" b="1">
                <a:solidFill>
                  <a:srgbClr val="087F68"/>
                </a:solidFill>
              </a:rPr>
              <a:t>Faturat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08DEBB-37AB-4CE8-A993-A233F459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2B38"/>
                </a:solidFill>
              </a:defRPr>
            </a:defPPr>
            <a:lvl1pPr>
              <a:defRPr sz="2025" b="0">
                <a:solidFill>
                  <a:srgbClr val="122B38"/>
                </a:solidFill>
              </a:defRPr>
            </a:lvl1pPr>
            <a:lvl2pPr>
              <a:defRPr sz="2025" b="0">
                <a:solidFill>
                  <a:srgbClr val="122B38"/>
                </a:solidFill>
              </a:defRPr>
            </a:lvl2pPr>
            <a:lvl3pPr>
              <a:defRPr sz="2025" b="0">
                <a:solidFill>
                  <a:srgbClr val="122B38"/>
                </a:solidFill>
              </a:defRPr>
            </a:lvl3pPr>
            <a:lvl4pPr>
              <a:defRPr sz="2025" b="0">
                <a:solidFill>
                  <a:srgbClr val="122B38"/>
                </a:solidFill>
              </a:defRPr>
            </a:lvl4pPr>
            <a:lvl5pPr>
              <a:defRPr sz="2025" b="0">
                <a:solidFill>
                  <a:srgbClr val="122B38"/>
                </a:solidFill>
              </a:defRPr>
            </a:lvl5pPr>
            <a:lvl6pPr>
              <a:defRPr sz="2025" b="0">
                <a:solidFill>
                  <a:srgbClr val="122B38"/>
                </a:solidFill>
              </a:defRPr>
            </a:lvl6pPr>
            <a:lvl7pPr>
              <a:defRPr sz="2025" b="0">
                <a:solidFill>
                  <a:srgbClr val="122B38"/>
                </a:solidFill>
              </a:defRPr>
            </a:lvl7pPr>
            <a:lvl8pPr>
              <a:defRPr sz="2025" b="0">
                <a:solidFill>
                  <a:srgbClr val="122B38"/>
                </a:solidFill>
              </a:defRPr>
            </a:lvl8pPr>
            <a:lvl9pPr>
              <a:defRPr sz="2025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B38"/>
                </a:solidFill>
              </a:defRPr>
            </a:pPr>
            <a:r>
              <a:rPr sz="2025" b="0">
                <a:solidFill>
                  <a:srgbClr val="122B38"/>
                </a:solidFill>
              </a:rPr>
              <a:t>Numri i njëjtë dhe furnitori i njëjtë nuk regjistrohen dy herë.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18CE6-6B29-4ABF-8519-24EF97BF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68"/>
                </a:solidFill>
              </a:defRPr>
            </a:defPPr>
            <a:lvl1pPr>
              <a:defRPr sz="2250" b="1">
                <a:solidFill>
                  <a:srgbClr val="087F68"/>
                </a:solidFill>
              </a:defRPr>
            </a:lvl1pPr>
            <a:lvl2pPr>
              <a:defRPr sz="2250" b="1">
                <a:solidFill>
                  <a:srgbClr val="087F68"/>
                </a:solidFill>
              </a:defRPr>
            </a:lvl2pPr>
            <a:lvl3pPr>
              <a:defRPr sz="2250" b="1">
                <a:solidFill>
                  <a:srgbClr val="087F68"/>
                </a:solidFill>
              </a:defRPr>
            </a:lvl3pPr>
            <a:lvl4pPr>
              <a:defRPr sz="2250" b="1">
                <a:solidFill>
                  <a:srgbClr val="087F68"/>
                </a:solidFill>
              </a:defRPr>
            </a:lvl4pPr>
            <a:lvl5pPr>
              <a:defRPr sz="2250" b="1">
                <a:solidFill>
                  <a:srgbClr val="087F68"/>
                </a:solidFill>
              </a:defRPr>
            </a:lvl5pPr>
            <a:lvl6pPr>
              <a:defRPr sz="2250" b="1">
                <a:solidFill>
                  <a:srgbClr val="087F68"/>
                </a:solidFill>
              </a:defRPr>
            </a:lvl6pPr>
            <a:lvl7pPr>
              <a:defRPr sz="2250" b="1">
                <a:solidFill>
                  <a:srgbClr val="087F68"/>
                </a:solidFill>
              </a:defRPr>
            </a:lvl7pPr>
            <a:lvl8pPr>
              <a:defRPr sz="2250" b="1">
                <a:solidFill>
                  <a:srgbClr val="087F68"/>
                </a:solidFill>
              </a:defRPr>
            </a:lvl8pPr>
            <a:lvl9pPr>
              <a:defRPr sz="2250" b="1">
                <a:solidFill>
                  <a:srgbClr val="087F6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68"/>
                </a:solidFill>
              </a:defRPr>
            </a:pPr>
            <a:r>
              <a:rPr sz="2250" b="1">
                <a:solidFill>
                  <a:srgbClr val="087F68"/>
                </a:solidFill>
              </a:rPr>
              <a:t>Pagat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08038-95E1-4300-9E3A-BE3CD02F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2B38"/>
                </a:solidFill>
              </a:defRPr>
            </a:defPPr>
            <a:lvl1pPr>
              <a:defRPr sz="2025" b="0">
                <a:solidFill>
                  <a:srgbClr val="122B38"/>
                </a:solidFill>
              </a:defRPr>
            </a:lvl1pPr>
            <a:lvl2pPr>
              <a:defRPr sz="2025" b="0">
                <a:solidFill>
                  <a:srgbClr val="122B38"/>
                </a:solidFill>
              </a:defRPr>
            </a:lvl2pPr>
            <a:lvl3pPr>
              <a:defRPr sz="2025" b="0">
                <a:solidFill>
                  <a:srgbClr val="122B38"/>
                </a:solidFill>
              </a:defRPr>
            </a:lvl3pPr>
            <a:lvl4pPr>
              <a:defRPr sz="2025" b="0">
                <a:solidFill>
                  <a:srgbClr val="122B38"/>
                </a:solidFill>
              </a:defRPr>
            </a:lvl4pPr>
            <a:lvl5pPr>
              <a:defRPr sz="2025" b="0">
                <a:solidFill>
                  <a:srgbClr val="122B38"/>
                </a:solidFill>
              </a:defRPr>
            </a:lvl5pPr>
            <a:lvl6pPr>
              <a:defRPr sz="2025" b="0">
                <a:solidFill>
                  <a:srgbClr val="122B38"/>
                </a:solidFill>
              </a:defRPr>
            </a:lvl6pPr>
            <a:lvl7pPr>
              <a:defRPr sz="2025" b="0">
                <a:solidFill>
                  <a:srgbClr val="122B38"/>
                </a:solidFill>
              </a:defRPr>
            </a:lvl7pPr>
            <a:lvl8pPr>
              <a:defRPr sz="2025" b="0">
                <a:solidFill>
                  <a:srgbClr val="122B38"/>
                </a:solidFill>
              </a:defRPr>
            </a:lvl8pPr>
            <a:lvl9pPr>
              <a:defRPr sz="2025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B38"/>
                </a:solidFill>
              </a:defRPr>
            </a:pPr>
            <a:r>
              <a:rPr sz="2025" b="0">
                <a:solidFill>
                  <a:srgbClr val="122B38"/>
                </a:solidFill>
              </a:rPr>
              <a:t>I njëjti person dhe muaj nuk financohen dy herë nga sponsorë.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F490D-A29A-4820-BD31-054621ED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68"/>
                </a:solidFill>
              </a:defRPr>
            </a:defPPr>
            <a:lvl1pPr>
              <a:defRPr sz="2250" b="1">
                <a:solidFill>
                  <a:srgbClr val="087F68"/>
                </a:solidFill>
              </a:defRPr>
            </a:lvl1pPr>
            <a:lvl2pPr>
              <a:defRPr sz="2250" b="1">
                <a:solidFill>
                  <a:srgbClr val="087F68"/>
                </a:solidFill>
              </a:defRPr>
            </a:lvl2pPr>
            <a:lvl3pPr>
              <a:defRPr sz="2250" b="1">
                <a:solidFill>
                  <a:srgbClr val="087F68"/>
                </a:solidFill>
              </a:defRPr>
            </a:lvl3pPr>
            <a:lvl4pPr>
              <a:defRPr sz="2250" b="1">
                <a:solidFill>
                  <a:srgbClr val="087F68"/>
                </a:solidFill>
              </a:defRPr>
            </a:lvl4pPr>
            <a:lvl5pPr>
              <a:defRPr sz="2250" b="1">
                <a:solidFill>
                  <a:srgbClr val="087F68"/>
                </a:solidFill>
              </a:defRPr>
            </a:lvl5pPr>
            <a:lvl6pPr>
              <a:defRPr sz="2250" b="1">
                <a:solidFill>
                  <a:srgbClr val="087F68"/>
                </a:solidFill>
              </a:defRPr>
            </a:lvl6pPr>
            <a:lvl7pPr>
              <a:defRPr sz="2250" b="1">
                <a:solidFill>
                  <a:srgbClr val="087F68"/>
                </a:solidFill>
              </a:defRPr>
            </a:lvl7pPr>
            <a:lvl8pPr>
              <a:defRPr sz="2250" b="1">
                <a:solidFill>
                  <a:srgbClr val="087F68"/>
                </a:solidFill>
              </a:defRPr>
            </a:lvl8pPr>
            <a:lvl9pPr>
              <a:defRPr sz="2250" b="1">
                <a:solidFill>
                  <a:srgbClr val="087F6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68"/>
                </a:solidFill>
              </a:defRPr>
            </a:pPr>
            <a:r>
              <a:rPr sz="2250" b="1">
                <a:solidFill>
                  <a:srgbClr val="087F68"/>
                </a:solidFill>
              </a:rPr>
              <a:t>Kufizimi mjekësor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81B966-F0AD-4098-9589-7B52C8578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2B38"/>
                </a:solidFill>
              </a:defRPr>
            </a:defPPr>
            <a:lvl1pPr>
              <a:defRPr sz="2025" b="0">
                <a:solidFill>
                  <a:srgbClr val="122B38"/>
                </a:solidFill>
              </a:defRPr>
            </a:lvl1pPr>
            <a:lvl2pPr>
              <a:defRPr sz="2025" b="0">
                <a:solidFill>
                  <a:srgbClr val="122B38"/>
                </a:solidFill>
              </a:defRPr>
            </a:lvl2pPr>
            <a:lvl3pPr>
              <a:defRPr sz="2025" b="0">
                <a:solidFill>
                  <a:srgbClr val="122B38"/>
                </a:solidFill>
              </a:defRPr>
            </a:lvl3pPr>
            <a:lvl4pPr>
              <a:defRPr sz="2025" b="0">
                <a:solidFill>
                  <a:srgbClr val="122B38"/>
                </a:solidFill>
              </a:defRPr>
            </a:lvl4pPr>
            <a:lvl5pPr>
              <a:defRPr sz="2025" b="0">
                <a:solidFill>
                  <a:srgbClr val="122B38"/>
                </a:solidFill>
              </a:defRPr>
            </a:lvl5pPr>
            <a:lvl6pPr>
              <a:defRPr sz="2025" b="0">
                <a:solidFill>
                  <a:srgbClr val="122B38"/>
                </a:solidFill>
              </a:defRPr>
            </a:lvl6pPr>
            <a:lvl7pPr>
              <a:defRPr sz="2025" b="0">
                <a:solidFill>
                  <a:srgbClr val="122B38"/>
                </a:solidFill>
              </a:defRPr>
            </a:lvl7pPr>
            <a:lvl8pPr>
              <a:defRPr sz="2025" b="0">
                <a:solidFill>
                  <a:srgbClr val="122B38"/>
                </a:solidFill>
              </a:defRPr>
            </a:lvl8pPr>
            <a:lvl9pPr>
              <a:defRPr sz="2025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B38"/>
                </a:solidFill>
              </a:defRPr>
            </a:pPr>
            <a:r>
              <a:rPr sz="2025" b="0">
                <a:solidFill>
                  <a:srgbClr val="122B38"/>
                </a:solidFill>
              </a:rPr>
              <a:t>Kur mjeku cakton pushim, trajneri nuk shënon prezencë.</a:t>
            </a:r>
          </a:p>
        </p:txBody>
      </p:sp>
    </p:spTree>
    <p:extLst>
      <p:ext uri="{BB962C8B-B14F-4D97-AF65-F5344CB8AC3E}">
        <p14:creationId xmlns:p14="http://schemas.microsoft.com/office/powerpoint/2010/main" val="9377168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91D8C-4D71-4C7A-AD94-04BD8C3C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8"/>
                </a:solidFill>
              </a:defRPr>
            </a:defPPr>
            <a:lvl1pPr>
              <a:defRPr sz="3300" b="1">
                <a:solidFill>
                  <a:srgbClr val="122B38"/>
                </a:solidFill>
              </a:defRPr>
            </a:lvl1pPr>
            <a:lvl2pPr>
              <a:defRPr sz="3300" b="1">
                <a:solidFill>
                  <a:srgbClr val="122B38"/>
                </a:solidFill>
              </a:defRPr>
            </a:lvl2pPr>
            <a:lvl3pPr>
              <a:defRPr sz="3300" b="1">
                <a:solidFill>
                  <a:srgbClr val="122B38"/>
                </a:solidFill>
              </a:defRPr>
            </a:lvl3pPr>
            <a:lvl4pPr>
              <a:defRPr sz="3300" b="1">
                <a:solidFill>
                  <a:srgbClr val="122B38"/>
                </a:solidFill>
              </a:defRPr>
            </a:lvl4pPr>
            <a:lvl5pPr>
              <a:defRPr sz="3300" b="1">
                <a:solidFill>
                  <a:srgbClr val="122B38"/>
                </a:solidFill>
              </a:defRPr>
            </a:lvl5pPr>
            <a:lvl6pPr>
              <a:defRPr sz="3300" b="1">
                <a:solidFill>
                  <a:srgbClr val="122B38"/>
                </a:solidFill>
              </a:defRPr>
            </a:lvl6pPr>
            <a:lvl7pPr>
              <a:defRPr sz="3300" b="1">
                <a:solidFill>
                  <a:srgbClr val="122B38"/>
                </a:solidFill>
              </a:defRPr>
            </a:lvl7pPr>
            <a:lvl8pPr>
              <a:defRPr sz="3300" b="1">
                <a:solidFill>
                  <a:srgbClr val="122B38"/>
                </a:solidFill>
              </a:defRPr>
            </a:lvl8pPr>
            <a:lvl9pPr>
              <a:defRPr sz="3300" b="1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8"/>
                </a:solidFill>
              </a:defRPr>
            </a:pPr>
            <a:r>
              <a:rPr sz="3300" b="1">
                <a:solidFill>
                  <a:srgbClr val="122B38"/>
                </a:solidFill>
              </a:rPr>
              <a:t>Drejtuesi sheh aktivitetin e trajnerëve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FD91D-12F3-49AC-B48E-0FBA4EE7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07B"/>
                </a:solidFill>
              </a:defRPr>
            </a:defPPr>
            <a:lvl1pPr>
              <a:defRPr sz="1275" b="0">
                <a:solidFill>
                  <a:srgbClr val="58707B"/>
                </a:solidFill>
              </a:defRPr>
            </a:lvl1pPr>
            <a:lvl2pPr>
              <a:defRPr sz="1275" b="0">
                <a:solidFill>
                  <a:srgbClr val="58707B"/>
                </a:solidFill>
              </a:defRPr>
            </a:lvl2pPr>
            <a:lvl3pPr>
              <a:defRPr sz="1275" b="0">
                <a:solidFill>
                  <a:srgbClr val="58707B"/>
                </a:solidFill>
              </a:defRPr>
            </a:lvl3pPr>
            <a:lvl4pPr>
              <a:defRPr sz="1275" b="0">
                <a:solidFill>
                  <a:srgbClr val="58707B"/>
                </a:solidFill>
              </a:defRPr>
            </a:lvl4pPr>
            <a:lvl5pPr>
              <a:defRPr sz="1275" b="0">
                <a:solidFill>
                  <a:srgbClr val="58707B"/>
                </a:solidFill>
              </a:defRPr>
            </a:lvl5pPr>
            <a:lvl6pPr>
              <a:defRPr sz="1275" b="0">
                <a:solidFill>
                  <a:srgbClr val="58707B"/>
                </a:solidFill>
              </a:defRPr>
            </a:lvl6pPr>
            <a:lvl7pPr>
              <a:defRPr sz="1275" b="0">
                <a:solidFill>
                  <a:srgbClr val="58707B"/>
                </a:solidFill>
              </a:defRPr>
            </a:lvl7pPr>
            <a:lvl8pPr>
              <a:defRPr sz="1275" b="0">
                <a:solidFill>
                  <a:srgbClr val="58707B"/>
                </a:solidFill>
              </a:defRPr>
            </a:lvl8pPr>
            <a:lvl9pPr>
              <a:defRPr sz="1275" b="0">
                <a:solidFill>
                  <a:srgbClr val="58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07B"/>
                </a:solidFill>
              </a:defRPr>
            </a:pPr>
            <a:r>
              <a:rPr sz="1275" b="0">
                <a:solidFill>
                  <a:srgbClr val="58707B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8545B4-52C4-406B-9D53-F9442F66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561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087F68"/>
                </a:solidFill>
              </a:defRPr>
            </a:defPPr>
            <a:lvl1pPr>
              <a:defRPr sz="4200" b="1">
                <a:solidFill>
                  <a:srgbClr val="087F68"/>
                </a:solidFill>
              </a:defRPr>
            </a:lvl1pPr>
            <a:lvl2pPr>
              <a:defRPr sz="4200" b="1">
                <a:solidFill>
                  <a:srgbClr val="087F68"/>
                </a:solidFill>
              </a:defRPr>
            </a:lvl2pPr>
            <a:lvl3pPr>
              <a:defRPr sz="4200" b="1">
                <a:solidFill>
                  <a:srgbClr val="087F68"/>
                </a:solidFill>
              </a:defRPr>
            </a:lvl3pPr>
            <a:lvl4pPr>
              <a:defRPr sz="4200" b="1">
                <a:solidFill>
                  <a:srgbClr val="087F68"/>
                </a:solidFill>
              </a:defRPr>
            </a:lvl4pPr>
            <a:lvl5pPr>
              <a:defRPr sz="4200" b="1">
                <a:solidFill>
                  <a:srgbClr val="087F68"/>
                </a:solidFill>
              </a:defRPr>
            </a:lvl5pPr>
            <a:lvl6pPr>
              <a:defRPr sz="4200" b="1">
                <a:solidFill>
                  <a:srgbClr val="087F68"/>
                </a:solidFill>
              </a:defRPr>
            </a:lvl6pPr>
            <a:lvl7pPr>
              <a:defRPr sz="4200" b="1">
                <a:solidFill>
                  <a:srgbClr val="087F68"/>
                </a:solidFill>
              </a:defRPr>
            </a:lvl7pPr>
            <a:lvl8pPr>
              <a:defRPr sz="4200" b="1">
                <a:solidFill>
                  <a:srgbClr val="087F68"/>
                </a:solidFill>
              </a:defRPr>
            </a:lvl8pPr>
            <a:lvl9pPr>
              <a:defRPr sz="4200" b="1">
                <a:solidFill>
                  <a:srgbClr val="087F68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087F68"/>
                </a:solidFill>
              </a:defRPr>
            </a:pPr>
            <a:r>
              <a:rPr sz="4200" b="1">
                <a:solidFill>
                  <a:srgbClr val="087F68"/>
                </a:solidFill>
              </a:rPr>
              <a:t>1 regjistrim unik</a:t>
            </a:r>
          </a:p>
          <a:p xmlns:a="http://schemas.openxmlformats.org/drawingml/2006/main">
            <a:pPr>
              <a:defRPr sz="4200" b="1">
                <a:solidFill>
                  <a:srgbClr val="087F68"/>
                </a:solidFill>
              </a:defRPr>
            </a:pPr>
            <a:r>
              <a:rPr sz="4200" b="1">
                <a:solidFill>
                  <a:srgbClr val="087F68"/>
                </a:solidFill>
              </a:rPr>
              <a:t>= 1 pikë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A2A5A-0B60-4953-970F-65ADB279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143125"/>
            <a:ext cx="4286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22B38"/>
                </a:solidFill>
              </a:defRPr>
            </a:defPPr>
            <a:lvl1pPr>
              <a:defRPr sz="2250" b="0">
                <a:solidFill>
                  <a:srgbClr val="122B38"/>
                </a:solidFill>
              </a:defRPr>
            </a:lvl1pPr>
            <a:lvl2pPr>
              <a:defRPr sz="2250" b="0">
                <a:solidFill>
                  <a:srgbClr val="122B38"/>
                </a:solidFill>
              </a:defRPr>
            </a:lvl2pPr>
            <a:lvl3pPr>
              <a:defRPr sz="2250" b="0">
                <a:solidFill>
                  <a:srgbClr val="122B38"/>
                </a:solidFill>
              </a:defRPr>
            </a:lvl3pPr>
            <a:lvl4pPr>
              <a:defRPr sz="2250" b="0">
                <a:solidFill>
                  <a:srgbClr val="122B38"/>
                </a:solidFill>
              </a:defRPr>
            </a:lvl4pPr>
            <a:lvl5pPr>
              <a:defRPr sz="2250" b="0">
                <a:solidFill>
                  <a:srgbClr val="122B38"/>
                </a:solidFill>
              </a:defRPr>
            </a:lvl5pPr>
            <a:lvl6pPr>
              <a:defRPr sz="2250" b="0">
                <a:solidFill>
                  <a:srgbClr val="122B38"/>
                </a:solidFill>
              </a:defRPr>
            </a:lvl6pPr>
            <a:lvl7pPr>
              <a:defRPr sz="2250" b="0">
                <a:solidFill>
                  <a:srgbClr val="122B38"/>
                </a:solidFill>
              </a:defRPr>
            </a:lvl7pPr>
            <a:lvl8pPr>
              <a:defRPr sz="2250" b="0">
                <a:solidFill>
                  <a:srgbClr val="122B38"/>
                </a:solidFill>
              </a:defRPr>
            </a:lvl8pPr>
            <a:lvl9pPr>
              <a:defRPr sz="2250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22B38"/>
                </a:solidFill>
              </a:defRPr>
            </a:pPr>
            <a:r>
              <a:rPr sz="2250" b="0">
                <a:solidFill>
                  <a:srgbClr val="122B38"/>
                </a:solidFill>
              </a:rPr>
              <a:t>Prezenca</a:t>
            </a:r>
          </a:p>
          <a:p xmlns:a="http://schemas.openxmlformats.org/drawingml/2006/main">
            <a:pPr>
              <a:defRPr sz="2250" b="0">
                <a:solidFill>
                  <a:srgbClr val="122B38"/>
                </a:solidFill>
              </a:defRPr>
            </a:pPr>
            <a:r>
              <a:rPr sz="2250" b="0">
                <a:solidFill>
                  <a:srgbClr val="122B38"/>
                </a:solidFill>
              </a:rPr>
              <a:t>Vlerësime dhe matje</a:t>
            </a:r>
          </a:p>
          <a:p xmlns:a="http://schemas.openxmlformats.org/drawingml/2006/main">
            <a:pPr>
              <a:defRPr sz="2250" b="0">
                <a:solidFill>
                  <a:srgbClr val="122B38"/>
                </a:solidFill>
              </a:defRPr>
            </a:pPr>
            <a:r>
              <a:rPr sz="2250" b="0">
                <a:solidFill>
                  <a:srgbClr val="122B38"/>
                </a:solidFill>
              </a:rPr>
              <a:t>Raste dhe kërkesa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7E4C8F-4171-493A-8786-D13009A4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47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122B38"/>
                </a:solidFill>
              </a:defRPr>
            </a:defPPr>
            <a:lvl1pPr>
              <a:defRPr sz="2550" b="0">
                <a:solidFill>
                  <a:srgbClr val="122B38"/>
                </a:solidFill>
              </a:defRPr>
            </a:lvl1pPr>
            <a:lvl2pPr>
              <a:defRPr sz="2550" b="0">
                <a:solidFill>
                  <a:srgbClr val="122B38"/>
                </a:solidFill>
              </a:defRPr>
            </a:lvl2pPr>
            <a:lvl3pPr>
              <a:defRPr sz="2550" b="0">
                <a:solidFill>
                  <a:srgbClr val="122B38"/>
                </a:solidFill>
              </a:defRPr>
            </a:lvl3pPr>
            <a:lvl4pPr>
              <a:defRPr sz="2550" b="0">
                <a:solidFill>
                  <a:srgbClr val="122B38"/>
                </a:solidFill>
              </a:defRPr>
            </a:lvl4pPr>
            <a:lvl5pPr>
              <a:defRPr sz="2550" b="0">
                <a:solidFill>
                  <a:srgbClr val="122B38"/>
                </a:solidFill>
              </a:defRPr>
            </a:lvl5pPr>
            <a:lvl6pPr>
              <a:defRPr sz="2550" b="0">
                <a:solidFill>
                  <a:srgbClr val="122B38"/>
                </a:solidFill>
              </a:defRPr>
            </a:lvl6pPr>
            <a:lvl7pPr>
              <a:defRPr sz="2550" b="0">
                <a:solidFill>
                  <a:srgbClr val="122B38"/>
                </a:solidFill>
              </a:defRPr>
            </a:lvl7pPr>
            <a:lvl8pPr>
              <a:defRPr sz="2550" b="0">
                <a:solidFill>
                  <a:srgbClr val="122B38"/>
                </a:solidFill>
              </a:defRPr>
            </a:lvl8pPr>
            <a:lvl9pPr>
              <a:defRPr sz="2550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22B38"/>
                </a:solidFill>
              </a:defRPr>
            </a:pPr>
            <a:r>
              <a:rPr sz="2550" b="0">
                <a:solidFill>
                  <a:srgbClr val="122B38"/>
                </a:solidFill>
              </a:rPr>
              <a:t>Ditët aktive dhe regjistrimi i fundit për çdo trajner.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8D4534-A988-43C1-A2E7-86347389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8707B"/>
                </a:solidFill>
              </a:defRPr>
            </a:defPPr>
            <a:lvl1pPr>
              <a:defRPr sz="1500" b="0">
                <a:solidFill>
                  <a:srgbClr val="58707B"/>
                </a:solidFill>
              </a:defRPr>
            </a:lvl1pPr>
            <a:lvl2pPr>
              <a:defRPr sz="1500" b="0">
                <a:solidFill>
                  <a:srgbClr val="58707B"/>
                </a:solidFill>
              </a:defRPr>
            </a:lvl2pPr>
            <a:lvl3pPr>
              <a:defRPr sz="1500" b="0">
                <a:solidFill>
                  <a:srgbClr val="58707B"/>
                </a:solidFill>
              </a:defRPr>
            </a:lvl3pPr>
            <a:lvl4pPr>
              <a:defRPr sz="1500" b="0">
                <a:solidFill>
                  <a:srgbClr val="58707B"/>
                </a:solidFill>
              </a:defRPr>
            </a:lvl4pPr>
            <a:lvl5pPr>
              <a:defRPr sz="1500" b="0">
                <a:solidFill>
                  <a:srgbClr val="58707B"/>
                </a:solidFill>
              </a:defRPr>
            </a:lvl5pPr>
            <a:lvl6pPr>
              <a:defRPr sz="1500" b="0">
                <a:solidFill>
                  <a:srgbClr val="58707B"/>
                </a:solidFill>
              </a:defRPr>
            </a:lvl6pPr>
            <a:lvl7pPr>
              <a:defRPr sz="1500" b="0">
                <a:solidFill>
                  <a:srgbClr val="58707B"/>
                </a:solidFill>
              </a:defRPr>
            </a:lvl7pPr>
            <a:lvl8pPr>
              <a:defRPr sz="1500" b="0">
                <a:solidFill>
                  <a:srgbClr val="58707B"/>
                </a:solidFill>
              </a:defRPr>
            </a:lvl8pPr>
            <a:lvl9pPr>
              <a:defRPr sz="1500" b="0">
                <a:solidFill>
                  <a:srgbClr val="58707B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8707B"/>
                </a:solidFill>
              </a:defRPr>
            </a:pPr>
            <a:r>
              <a:rPr sz="1500" b="0">
                <a:solidFill>
                  <a:srgbClr val="58707B"/>
                </a:solidFill>
              </a:rPr>
              <a:t>Korrigjimet nuk shtojnë pikë. Pikët matin përdorimin e programit.</a:t>
            </a:r>
          </a:p>
        </p:txBody>
      </p:sp>
    </p:spTree>
    <p:extLst>
      <p:ext uri="{BB962C8B-B14F-4D97-AF65-F5344CB8AC3E}">
        <p14:creationId xmlns:p14="http://schemas.microsoft.com/office/powerpoint/2010/main" val="17463328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C1FB8-63C2-4290-88FD-E0D5951F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8"/>
                </a:solidFill>
              </a:defRPr>
            </a:defPPr>
            <a:lvl1pPr>
              <a:defRPr sz="3300" b="1">
                <a:solidFill>
                  <a:srgbClr val="122B38"/>
                </a:solidFill>
              </a:defRPr>
            </a:lvl1pPr>
            <a:lvl2pPr>
              <a:defRPr sz="3300" b="1">
                <a:solidFill>
                  <a:srgbClr val="122B38"/>
                </a:solidFill>
              </a:defRPr>
            </a:lvl2pPr>
            <a:lvl3pPr>
              <a:defRPr sz="3300" b="1">
                <a:solidFill>
                  <a:srgbClr val="122B38"/>
                </a:solidFill>
              </a:defRPr>
            </a:lvl3pPr>
            <a:lvl4pPr>
              <a:defRPr sz="3300" b="1">
                <a:solidFill>
                  <a:srgbClr val="122B38"/>
                </a:solidFill>
              </a:defRPr>
            </a:lvl4pPr>
            <a:lvl5pPr>
              <a:defRPr sz="3300" b="1">
                <a:solidFill>
                  <a:srgbClr val="122B38"/>
                </a:solidFill>
              </a:defRPr>
            </a:lvl5pPr>
            <a:lvl6pPr>
              <a:defRPr sz="3300" b="1">
                <a:solidFill>
                  <a:srgbClr val="122B38"/>
                </a:solidFill>
              </a:defRPr>
            </a:lvl6pPr>
            <a:lvl7pPr>
              <a:defRPr sz="3300" b="1">
                <a:solidFill>
                  <a:srgbClr val="122B38"/>
                </a:solidFill>
              </a:defRPr>
            </a:lvl7pPr>
            <a:lvl8pPr>
              <a:defRPr sz="3300" b="1">
                <a:solidFill>
                  <a:srgbClr val="122B38"/>
                </a:solidFill>
              </a:defRPr>
            </a:lvl8pPr>
            <a:lvl9pPr>
              <a:defRPr sz="3300" b="1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8"/>
                </a:solidFill>
              </a:defRPr>
            </a:pPr>
            <a:r>
              <a:rPr sz="3300" b="1">
                <a:solidFill>
                  <a:srgbClr val="122B38"/>
                </a:solidFill>
              </a:rPr>
              <a:t>Përshtatja me klubin tuaj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95685B-F05E-4441-B4A9-85A7268B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07B"/>
                </a:solidFill>
              </a:defRPr>
            </a:defPPr>
            <a:lvl1pPr>
              <a:defRPr sz="1275" b="0">
                <a:solidFill>
                  <a:srgbClr val="58707B"/>
                </a:solidFill>
              </a:defRPr>
            </a:lvl1pPr>
            <a:lvl2pPr>
              <a:defRPr sz="1275" b="0">
                <a:solidFill>
                  <a:srgbClr val="58707B"/>
                </a:solidFill>
              </a:defRPr>
            </a:lvl2pPr>
            <a:lvl3pPr>
              <a:defRPr sz="1275" b="0">
                <a:solidFill>
                  <a:srgbClr val="58707B"/>
                </a:solidFill>
              </a:defRPr>
            </a:lvl3pPr>
            <a:lvl4pPr>
              <a:defRPr sz="1275" b="0">
                <a:solidFill>
                  <a:srgbClr val="58707B"/>
                </a:solidFill>
              </a:defRPr>
            </a:lvl4pPr>
            <a:lvl5pPr>
              <a:defRPr sz="1275" b="0">
                <a:solidFill>
                  <a:srgbClr val="58707B"/>
                </a:solidFill>
              </a:defRPr>
            </a:lvl5pPr>
            <a:lvl6pPr>
              <a:defRPr sz="1275" b="0">
                <a:solidFill>
                  <a:srgbClr val="58707B"/>
                </a:solidFill>
              </a:defRPr>
            </a:lvl6pPr>
            <a:lvl7pPr>
              <a:defRPr sz="1275" b="0">
                <a:solidFill>
                  <a:srgbClr val="58707B"/>
                </a:solidFill>
              </a:defRPr>
            </a:lvl7pPr>
            <a:lvl8pPr>
              <a:defRPr sz="1275" b="0">
                <a:solidFill>
                  <a:srgbClr val="58707B"/>
                </a:solidFill>
              </a:defRPr>
            </a:lvl8pPr>
            <a:lvl9pPr>
              <a:defRPr sz="1275" b="0">
                <a:solidFill>
                  <a:srgbClr val="58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07B"/>
                </a:solidFill>
              </a:defRPr>
            </a:pPr>
            <a:r>
              <a:rPr sz="1275" b="0">
                <a:solidFill>
                  <a:srgbClr val="58707B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6EE750-7C52-4B69-94EE-BFE3183B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68"/>
                </a:solidFill>
              </a:defRPr>
            </a:defPPr>
            <a:lvl1pPr>
              <a:defRPr sz="2250" b="1">
                <a:solidFill>
                  <a:srgbClr val="087F68"/>
                </a:solidFill>
              </a:defRPr>
            </a:lvl1pPr>
            <a:lvl2pPr>
              <a:defRPr sz="2250" b="1">
                <a:solidFill>
                  <a:srgbClr val="087F68"/>
                </a:solidFill>
              </a:defRPr>
            </a:lvl2pPr>
            <a:lvl3pPr>
              <a:defRPr sz="2250" b="1">
                <a:solidFill>
                  <a:srgbClr val="087F68"/>
                </a:solidFill>
              </a:defRPr>
            </a:lvl3pPr>
            <a:lvl4pPr>
              <a:defRPr sz="2250" b="1">
                <a:solidFill>
                  <a:srgbClr val="087F68"/>
                </a:solidFill>
              </a:defRPr>
            </a:lvl4pPr>
            <a:lvl5pPr>
              <a:defRPr sz="2250" b="1">
                <a:solidFill>
                  <a:srgbClr val="087F68"/>
                </a:solidFill>
              </a:defRPr>
            </a:lvl5pPr>
            <a:lvl6pPr>
              <a:defRPr sz="2250" b="1">
                <a:solidFill>
                  <a:srgbClr val="087F68"/>
                </a:solidFill>
              </a:defRPr>
            </a:lvl6pPr>
            <a:lvl7pPr>
              <a:defRPr sz="2250" b="1">
                <a:solidFill>
                  <a:srgbClr val="087F68"/>
                </a:solidFill>
              </a:defRPr>
            </a:lvl7pPr>
            <a:lvl8pPr>
              <a:defRPr sz="2250" b="1">
                <a:solidFill>
                  <a:srgbClr val="087F68"/>
                </a:solidFill>
              </a:defRPr>
            </a:lvl8pPr>
            <a:lvl9pPr>
              <a:defRPr sz="2250" b="1">
                <a:solidFill>
                  <a:srgbClr val="087F6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68"/>
                </a:solidFill>
              </a:defRPr>
            </a:pPr>
            <a:r>
              <a:rPr sz="2250" b="1">
                <a:solidFill>
                  <a:srgbClr val="087F68"/>
                </a:solidFill>
              </a:rPr>
              <a:t>01  Klubi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EA53BE-6A50-4B84-BBAE-3612AF83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2B38"/>
                </a:solidFill>
              </a:defRPr>
            </a:defPPr>
            <a:lvl1pPr>
              <a:defRPr sz="2025" b="0">
                <a:solidFill>
                  <a:srgbClr val="122B38"/>
                </a:solidFill>
              </a:defRPr>
            </a:lvl1pPr>
            <a:lvl2pPr>
              <a:defRPr sz="2025" b="0">
                <a:solidFill>
                  <a:srgbClr val="122B38"/>
                </a:solidFill>
              </a:defRPr>
            </a:lvl2pPr>
            <a:lvl3pPr>
              <a:defRPr sz="2025" b="0">
                <a:solidFill>
                  <a:srgbClr val="122B38"/>
                </a:solidFill>
              </a:defRPr>
            </a:lvl3pPr>
            <a:lvl4pPr>
              <a:defRPr sz="2025" b="0">
                <a:solidFill>
                  <a:srgbClr val="122B38"/>
                </a:solidFill>
              </a:defRPr>
            </a:lvl4pPr>
            <a:lvl5pPr>
              <a:defRPr sz="2025" b="0">
                <a:solidFill>
                  <a:srgbClr val="122B38"/>
                </a:solidFill>
              </a:defRPr>
            </a:lvl5pPr>
            <a:lvl6pPr>
              <a:defRPr sz="2025" b="0">
                <a:solidFill>
                  <a:srgbClr val="122B38"/>
                </a:solidFill>
              </a:defRPr>
            </a:lvl6pPr>
            <a:lvl7pPr>
              <a:defRPr sz="2025" b="0">
                <a:solidFill>
                  <a:srgbClr val="122B38"/>
                </a:solidFill>
              </a:defRPr>
            </a:lvl7pPr>
            <a:lvl8pPr>
              <a:defRPr sz="2025" b="0">
                <a:solidFill>
                  <a:srgbClr val="122B38"/>
                </a:solidFill>
              </a:defRPr>
            </a:lvl8pPr>
            <a:lvl9pPr>
              <a:defRPr sz="2025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B38"/>
                </a:solidFill>
              </a:defRPr>
            </a:pPr>
            <a:r>
              <a:rPr sz="2025" b="0">
                <a:solidFill>
                  <a:srgbClr val="122B38"/>
                </a:solidFill>
              </a:rPr>
              <a:t>Emri, logoja, ekipet dhe llogaritë e stafit.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57C0BA-AC19-4339-8FD8-72CA9CEF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68"/>
                </a:solidFill>
              </a:defRPr>
            </a:defPPr>
            <a:lvl1pPr>
              <a:defRPr sz="2250" b="1">
                <a:solidFill>
                  <a:srgbClr val="087F68"/>
                </a:solidFill>
              </a:defRPr>
            </a:lvl1pPr>
            <a:lvl2pPr>
              <a:defRPr sz="2250" b="1">
                <a:solidFill>
                  <a:srgbClr val="087F68"/>
                </a:solidFill>
              </a:defRPr>
            </a:lvl2pPr>
            <a:lvl3pPr>
              <a:defRPr sz="2250" b="1">
                <a:solidFill>
                  <a:srgbClr val="087F68"/>
                </a:solidFill>
              </a:defRPr>
            </a:lvl3pPr>
            <a:lvl4pPr>
              <a:defRPr sz="2250" b="1">
                <a:solidFill>
                  <a:srgbClr val="087F68"/>
                </a:solidFill>
              </a:defRPr>
            </a:lvl4pPr>
            <a:lvl5pPr>
              <a:defRPr sz="2250" b="1">
                <a:solidFill>
                  <a:srgbClr val="087F68"/>
                </a:solidFill>
              </a:defRPr>
            </a:lvl5pPr>
            <a:lvl6pPr>
              <a:defRPr sz="2250" b="1">
                <a:solidFill>
                  <a:srgbClr val="087F68"/>
                </a:solidFill>
              </a:defRPr>
            </a:lvl6pPr>
            <a:lvl7pPr>
              <a:defRPr sz="2250" b="1">
                <a:solidFill>
                  <a:srgbClr val="087F68"/>
                </a:solidFill>
              </a:defRPr>
            </a:lvl7pPr>
            <a:lvl8pPr>
              <a:defRPr sz="2250" b="1">
                <a:solidFill>
                  <a:srgbClr val="087F68"/>
                </a:solidFill>
              </a:defRPr>
            </a:lvl8pPr>
            <a:lvl9pPr>
              <a:defRPr sz="2250" b="1">
                <a:solidFill>
                  <a:srgbClr val="087F6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68"/>
                </a:solidFill>
              </a:defRPr>
            </a:pPr>
            <a:r>
              <a:rPr sz="2250" b="1">
                <a:solidFill>
                  <a:srgbClr val="087F68"/>
                </a:solidFill>
              </a:rPr>
              <a:t>02  Puna ditore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423258-3307-489D-AD58-0F8F00856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3375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2B38"/>
                </a:solidFill>
              </a:defRPr>
            </a:defPPr>
            <a:lvl1pPr>
              <a:defRPr sz="2025" b="0">
                <a:solidFill>
                  <a:srgbClr val="122B38"/>
                </a:solidFill>
              </a:defRPr>
            </a:lvl1pPr>
            <a:lvl2pPr>
              <a:defRPr sz="2025" b="0">
                <a:solidFill>
                  <a:srgbClr val="122B38"/>
                </a:solidFill>
              </a:defRPr>
            </a:lvl2pPr>
            <a:lvl3pPr>
              <a:defRPr sz="2025" b="0">
                <a:solidFill>
                  <a:srgbClr val="122B38"/>
                </a:solidFill>
              </a:defRPr>
            </a:lvl3pPr>
            <a:lvl4pPr>
              <a:defRPr sz="2025" b="0">
                <a:solidFill>
                  <a:srgbClr val="122B38"/>
                </a:solidFill>
              </a:defRPr>
            </a:lvl4pPr>
            <a:lvl5pPr>
              <a:defRPr sz="2025" b="0">
                <a:solidFill>
                  <a:srgbClr val="122B38"/>
                </a:solidFill>
              </a:defRPr>
            </a:lvl5pPr>
            <a:lvl6pPr>
              <a:defRPr sz="2025" b="0">
                <a:solidFill>
                  <a:srgbClr val="122B38"/>
                </a:solidFill>
              </a:defRPr>
            </a:lvl6pPr>
            <a:lvl7pPr>
              <a:defRPr sz="2025" b="0">
                <a:solidFill>
                  <a:srgbClr val="122B38"/>
                </a:solidFill>
              </a:defRPr>
            </a:lvl7pPr>
            <a:lvl8pPr>
              <a:defRPr sz="2025" b="0">
                <a:solidFill>
                  <a:srgbClr val="122B38"/>
                </a:solidFill>
              </a:defRPr>
            </a:lvl8pPr>
            <a:lvl9pPr>
              <a:defRPr sz="2025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B38"/>
                </a:solidFill>
              </a:defRPr>
            </a:pPr>
            <a:r>
              <a:rPr sz="2025" b="0">
                <a:solidFill>
                  <a:srgbClr val="122B38"/>
                </a:solidFill>
              </a:rPr>
              <a:t>Lojtarët, tarifat, oraret dhe portali i prindit.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616E8B-C7B6-4317-9C01-B47262A5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87F68"/>
                </a:solidFill>
              </a:defRPr>
            </a:defPPr>
            <a:lvl1pPr>
              <a:defRPr sz="2250" b="1">
                <a:solidFill>
                  <a:srgbClr val="087F68"/>
                </a:solidFill>
              </a:defRPr>
            </a:lvl1pPr>
            <a:lvl2pPr>
              <a:defRPr sz="2250" b="1">
                <a:solidFill>
                  <a:srgbClr val="087F68"/>
                </a:solidFill>
              </a:defRPr>
            </a:lvl2pPr>
            <a:lvl3pPr>
              <a:defRPr sz="2250" b="1">
                <a:solidFill>
                  <a:srgbClr val="087F68"/>
                </a:solidFill>
              </a:defRPr>
            </a:lvl3pPr>
            <a:lvl4pPr>
              <a:defRPr sz="2250" b="1">
                <a:solidFill>
                  <a:srgbClr val="087F68"/>
                </a:solidFill>
              </a:defRPr>
            </a:lvl4pPr>
            <a:lvl5pPr>
              <a:defRPr sz="2250" b="1">
                <a:solidFill>
                  <a:srgbClr val="087F68"/>
                </a:solidFill>
              </a:defRPr>
            </a:lvl5pPr>
            <a:lvl6pPr>
              <a:defRPr sz="2250" b="1">
                <a:solidFill>
                  <a:srgbClr val="087F68"/>
                </a:solidFill>
              </a:defRPr>
            </a:lvl6pPr>
            <a:lvl7pPr>
              <a:defRPr sz="2250" b="1">
                <a:solidFill>
                  <a:srgbClr val="087F68"/>
                </a:solidFill>
              </a:defRPr>
            </a:lvl7pPr>
            <a:lvl8pPr>
              <a:defRPr sz="2250" b="1">
                <a:solidFill>
                  <a:srgbClr val="087F68"/>
                </a:solidFill>
              </a:defRPr>
            </a:lvl8pPr>
            <a:lvl9pPr>
              <a:defRPr sz="2250" b="1">
                <a:solidFill>
                  <a:srgbClr val="087F68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68"/>
                </a:solidFill>
              </a:defRPr>
            </a:pPr>
            <a:r>
              <a:rPr sz="2250" b="1">
                <a:solidFill>
                  <a:srgbClr val="087F68"/>
                </a:solidFill>
              </a:rPr>
              <a:t>03  Prova praktike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0CE3C-9F90-4775-8AE1-86961640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720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22B38"/>
                </a:solidFill>
              </a:defRPr>
            </a:defPPr>
            <a:lvl1pPr>
              <a:defRPr sz="2025" b="0">
                <a:solidFill>
                  <a:srgbClr val="122B38"/>
                </a:solidFill>
              </a:defRPr>
            </a:lvl1pPr>
            <a:lvl2pPr>
              <a:defRPr sz="2025" b="0">
                <a:solidFill>
                  <a:srgbClr val="122B38"/>
                </a:solidFill>
              </a:defRPr>
            </a:lvl2pPr>
            <a:lvl3pPr>
              <a:defRPr sz="2025" b="0">
                <a:solidFill>
                  <a:srgbClr val="122B38"/>
                </a:solidFill>
              </a:defRPr>
            </a:lvl3pPr>
            <a:lvl4pPr>
              <a:defRPr sz="2025" b="0">
                <a:solidFill>
                  <a:srgbClr val="122B38"/>
                </a:solidFill>
              </a:defRPr>
            </a:lvl4pPr>
            <a:lvl5pPr>
              <a:defRPr sz="2025" b="0">
                <a:solidFill>
                  <a:srgbClr val="122B38"/>
                </a:solidFill>
              </a:defRPr>
            </a:lvl5pPr>
            <a:lvl6pPr>
              <a:defRPr sz="2025" b="0">
                <a:solidFill>
                  <a:srgbClr val="122B38"/>
                </a:solidFill>
              </a:defRPr>
            </a:lvl6pPr>
            <a:lvl7pPr>
              <a:defRPr sz="2025" b="0">
                <a:solidFill>
                  <a:srgbClr val="122B38"/>
                </a:solidFill>
              </a:defRPr>
            </a:lvl7pPr>
            <a:lvl8pPr>
              <a:defRPr sz="2025" b="0">
                <a:solidFill>
                  <a:srgbClr val="122B38"/>
                </a:solidFill>
              </a:defRPr>
            </a:lvl8pPr>
            <a:lvl9pPr>
              <a:defRPr sz="2025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22B38"/>
                </a:solidFill>
              </a:defRPr>
            </a:pPr>
            <a:r>
              <a:rPr sz="2025" b="0">
                <a:solidFill>
                  <a:srgbClr val="122B38"/>
                </a:solidFill>
              </a:rPr>
              <a:t>Një ekip teston rrjedhën para shtrirjes në gjithë klubin.</a:t>
            </a:r>
          </a:p>
        </p:txBody>
      </p:sp>
    </p:spTree>
    <p:extLst>
      <p:ext uri="{BB962C8B-B14F-4D97-AF65-F5344CB8AC3E}">
        <p14:creationId xmlns:p14="http://schemas.microsoft.com/office/powerpoint/2010/main" val="2010377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4F79DA-65CA-4B32-AA33-4C18A38F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22B38"/>
                </a:solidFill>
              </a:defRPr>
            </a:defPPr>
            <a:lvl1pPr>
              <a:defRPr sz="3300" b="1">
                <a:solidFill>
                  <a:srgbClr val="122B38"/>
                </a:solidFill>
              </a:defRPr>
            </a:lvl1pPr>
            <a:lvl2pPr>
              <a:defRPr sz="3300" b="1">
                <a:solidFill>
                  <a:srgbClr val="122B38"/>
                </a:solidFill>
              </a:defRPr>
            </a:lvl2pPr>
            <a:lvl3pPr>
              <a:defRPr sz="3300" b="1">
                <a:solidFill>
                  <a:srgbClr val="122B38"/>
                </a:solidFill>
              </a:defRPr>
            </a:lvl3pPr>
            <a:lvl4pPr>
              <a:defRPr sz="3300" b="1">
                <a:solidFill>
                  <a:srgbClr val="122B38"/>
                </a:solidFill>
              </a:defRPr>
            </a:lvl4pPr>
            <a:lvl5pPr>
              <a:defRPr sz="3300" b="1">
                <a:solidFill>
                  <a:srgbClr val="122B38"/>
                </a:solidFill>
              </a:defRPr>
            </a:lvl5pPr>
            <a:lvl6pPr>
              <a:defRPr sz="3300" b="1">
                <a:solidFill>
                  <a:srgbClr val="122B38"/>
                </a:solidFill>
              </a:defRPr>
            </a:lvl6pPr>
            <a:lvl7pPr>
              <a:defRPr sz="3300" b="1">
                <a:solidFill>
                  <a:srgbClr val="122B38"/>
                </a:solidFill>
              </a:defRPr>
            </a:lvl7pPr>
            <a:lvl8pPr>
              <a:defRPr sz="3300" b="1">
                <a:solidFill>
                  <a:srgbClr val="122B38"/>
                </a:solidFill>
              </a:defRPr>
            </a:lvl8pPr>
            <a:lvl9pPr>
              <a:defRPr sz="3300" b="1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22B38"/>
                </a:solidFill>
              </a:defRPr>
            </a:pPr>
            <a:r>
              <a:rPr sz="3300" b="1">
                <a:solidFill>
                  <a:srgbClr val="122B38"/>
                </a:solidFill>
              </a:rPr>
              <a:t>Çfarë vlerësojmë gjatë provës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0388B-88B7-4DCB-8FFB-32F21E25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8707B"/>
                </a:solidFill>
              </a:defRPr>
            </a:defPPr>
            <a:lvl1pPr>
              <a:defRPr sz="1275" b="0">
                <a:solidFill>
                  <a:srgbClr val="58707B"/>
                </a:solidFill>
              </a:defRPr>
            </a:lvl1pPr>
            <a:lvl2pPr>
              <a:defRPr sz="1275" b="0">
                <a:solidFill>
                  <a:srgbClr val="58707B"/>
                </a:solidFill>
              </a:defRPr>
            </a:lvl2pPr>
            <a:lvl3pPr>
              <a:defRPr sz="1275" b="0">
                <a:solidFill>
                  <a:srgbClr val="58707B"/>
                </a:solidFill>
              </a:defRPr>
            </a:lvl3pPr>
            <a:lvl4pPr>
              <a:defRPr sz="1275" b="0">
                <a:solidFill>
                  <a:srgbClr val="58707B"/>
                </a:solidFill>
              </a:defRPr>
            </a:lvl4pPr>
            <a:lvl5pPr>
              <a:defRPr sz="1275" b="0">
                <a:solidFill>
                  <a:srgbClr val="58707B"/>
                </a:solidFill>
              </a:defRPr>
            </a:lvl5pPr>
            <a:lvl6pPr>
              <a:defRPr sz="1275" b="0">
                <a:solidFill>
                  <a:srgbClr val="58707B"/>
                </a:solidFill>
              </a:defRPr>
            </a:lvl6pPr>
            <a:lvl7pPr>
              <a:defRPr sz="1275" b="0">
                <a:solidFill>
                  <a:srgbClr val="58707B"/>
                </a:solidFill>
              </a:defRPr>
            </a:lvl7pPr>
            <a:lvl8pPr>
              <a:defRPr sz="1275" b="0">
                <a:solidFill>
                  <a:srgbClr val="58707B"/>
                </a:solidFill>
              </a:defRPr>
            </a:lvl8pPr>
            <a:lvl9pPr>
              <a:defRPr sz="1275" b="0">
                <a:solidFill>
                  <a:srgbClr val="58707B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8707B"/>
                </a:solidFill>
              </a:defRPr>
            </a:pPr>
            <a:r>
              <a:rPr sz="1275" b="0">
                <a:solidFill>
                  <a:srgbClr val="58707B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2251A-F754-4FF9-AB58-052B506E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108204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087F68"/>
                </a:solidFill>
              </a:defRPr>
            </a:defPPr>
            <a:lvl1pPr>
              <a:defRPr sz="3000" b="1">
                <a:solidFill>
                  <a:srgbClr val="087F68"/>
                </a:solidFill>
              </a:defRPr>
            </a:lvl1pPr>
            <a:lvl2pPr>
              <a:defRPr sz="3000" b="1">
                <a:solidFill>
                  <a:srgbClr val="087F68"/>
                </a:solidFill>
              </a:defRPr>
            </a:lvl2pPr>
            <a:lvl3pPr>
              <a:defRPr sz="3000" b="1">
                <a:solidFill>
                  <a:srgbClr val="087F68"/>
                </a:solidFill>
              </a:defRPr>
            </a:lvl3pPr>
            <a:lvl4pPr>
              <a:defRPr sz="3000" b="1">
                <a:solidFill>
                  <a:srgbClr val="087F68"/>
                </a:solidFill>
              </a:defRPr>
            </a:lvl4pPr>
            <a:lvl5pPr>
              <a:defRPr sz="3000" b="1">
                <a:solidFill>
                  <a:srgbClr val="087F68"/>
                </a:solidFill>
              </a:defRPr>
            </a:lvl5pPr>
            <a:lvl6pPr>
              <a:defRPr sz="3000" b="1">
                <a:solidFill>
                  <a:srgbClr val="087F68"/>
                </a:solidFill>
              </a:defRPr>
            </a:lvl6pPr>
            <a:lvl7pPr>
              <a:defRPr sz="3000" b="1">
                <a:solidFill>
                  <a:srgbClr val="087F68"/>
                </a:solidFill>
              </a:defRPr>
            </a:lvl7pPr>
            <a:lvl8pPr>
              <a:defRPr sz="3000" b="1">
                <a:solidFill>
                  <a:srgbClr val="087F68"/>
                </a:solidFill>
              </a:defRPr>
            </a:lvl8pPr>
            <a:lvl9pPr>
              <a:defRPr sz="3000" b="1">
                <a:solidFill>
                  <a:srgbClr val="087F68"/>
                </a:solidFill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087F68"/>
                </a:solidFill>
              </a:defRPr>
            </a:pPr>
            <a:r>
              <a:rPr sz="3000" b="1">
                <a:solidFill>
                  <a:srgbClr val="087F68"/>
                </a:solidFill>
              </a:rPr>
              <a:t>A e kryen stafi punën më lehtë?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5806F-0321-44EB-AE3A-F019E53E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90875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22B38"/>
                </a:solidFill>
              </a:defRPr>
            </a:defPPr>
            <a:lvl1pPr>
              <a:defRPr sz="2175" b="0">
                <a:solidFill>
                  <a:srgbClr val="122B38"/>
                </a:solidFill>
              </a:defRPr>
            </a:lvl1pPr>
            <a:lvl2pPr>
              <a:defRPr sz="2175" b="0">
                <a:solidFill>
                  <a:srgbClr val="122B38"/>
                </a:solidFill>
              </a:defRPr>
            </a:lvl2pPr>
            <a:lvl3pPr>
              <a:defRPr sz="2175" b="0">
                <a:solidFill>
                  <a:srgbClr val="122B38"/>
                </a:solidFill>
              </a:defRPr>
            </a:lvl3pPr>
            <a:lvl4pPr>
              <a:defRPr sz="2175" b="0">
                <a:solidFill>
                  <a:srgbClr val="122B38"/>
                </a:solidFill>
              </a:defRPr>
            </a:lvl4pPr>
            <a:lvl5pPr>
              <a:defRPr sz="2175" b="0">
                <a:solidFill>
                  <a:srgbClr val="122B38"/>
                </a:solidFill>
              </a:defRPr>
            </a:lvl5pPr>
            <a:lvl6pPr>
              <a:defRPr sz="2175" b="0">
                <a:solidFill>
                  <a:srgbClr val="122B38"/>
                </a:solidFill>
              </a:defRPr>
            </a:lvl6pPr>
            <a:lvl7pPr>
              <a:defRPr sz="2175" b="0">
                <a:solidFill>
                  <a:srgbClr val="122B38"/>
                </a:solidFill>
              </a:defRPr>
            </a:lvl7pPr>
            <a:lvl8pPr>
              <a:defRPr sz="2175" b="0">
                <a:solidFill>
                  <a:srgbClr val="122B38"/>
                </a:solidFill>
              </a:defRPr>
            </a:lvl8pPr>
            <a:lvl9pPr>
              <a:defRPr sz="2175" b="0">
                <a:solidFill>
                  <a:srgbClr val="122B38"/>
                </a:solidFill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22B38"/>
                </a:solidFill>
              </a:defRPr>
            </a:pPr>
            <a:r>
              <a:rPr sz="2175" b="0">
                <a:solidFill>
                  <a:srgbClr val="122B38"/>
                </a:solidFill>
              </a:rPr>
              <a:t>Trajneri regjistron një seancë dhe një vlerësim.</a:t>
            </a:r>
          </a:p>
          <a:p xmlns:a="http://schemas.openxmlformats.org/drawingml/2006/main">
            <a:pPr>
              <a:defRPr sz="2175" b="0">
                <a:solidFill>
                  <a:srgbClr val="122B38"/>
                </a:solidFill>
              </a:defRPr>
            </a:pPr>
            <a:r>
              <a:rPr sz="2175" b="0">
                <a:solidFill>
                  <a:srgbClr val="122B38"/>
                </a:solidFill>
              </a:rPr>
              <a:t>Administrata verifikon një pagesë reale.</a:t>
            </a:r>
          </a:p>
          <a:p xmlns:a="http://schemas.openxmlformats.org/drawingml/2006/main">
            <a:pPr>
              <a:defRPr sz="2175" b="0">
                <a:solidFill>
                  <a:srgbClr val="122B38"/>
                </a:solidFill>
              </a:defRPr>
            </a:pPr>
            <a:r>
              <a:rPr sz="2175" b="0">
                <a:solidFill>
                  <a:srgbClr val="122B38"/>
                </a:solidFill>
              </a:rPr>
              <a:t>Prindi gjen orarin dhe informacionin e fëmijës.</a:t>
            </a:r>
          </a:p>
          <a:p xmlns:a="http://schemas.openxmlformats.org/drawingml/2006/main">
            <a:pPr>
              <a:defRPr sz="2175" b="0">
                <a:solidFill>
                  <a:srgbClr val="122B38"/>
                </a:solidFill>
              </a:defRPr>
            </a:pPr>
            <a:r>
              <a:rPr sz="2175" b="0">
                <a:solidFill>
                  <a:srgbClr val="122B38"/>
                </a:solidFill>
              </a:rPr>
              <a:t>Drejtuesi lexon raportin pa kërkuar lista shtesë.</a:t>
            </a:r>
          </a:p>
        </p:txBody>
      </p:sp>
    </p:spTree>
    <p:extLst>
      <p:ext uri="{BB962C8B-B14F-4D97-AF65-F5344CB8AC3E}">
        <p14:creationId xmlns:p14="http://schemas.microsoft.com/office/powerpoint/2010/main" val="9319172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102D3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89C48-2978-4DDB-BBD2-5688B7EE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62865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A5B7BC"/>
                </a:solidFill>
              </a:defRPr>
            </a:defPPr>
            <a:lvl1pPr>
              <a:defRPr sz="1275" b="0">
                <a:solidFill>
                  <a:srgbClr val="A5B7BC"/>
                </a:solidFill>
              </a:defRPr>
            </a:lvl1pPr>
            <a:lvl2pPr>
              <a:defRPr sz="1275" b="0">
                <a:solidFill>
                  <a:srgbClr val="A5B7BC"/>
                </a:solidFill>
              </a:defRPr>
            </a:lvl2pPr>
            <a:lvl3pPr>
              <a:defRPr sz="1275" b="0">
                <a:solidFill>
                  <a:srgbClr val="A5B7BC"/>
                </a:solidFill>
              </a:defRPr>
            </a:lvl3pPr>
            <a:lvl4pPr>
              <a:defRPr sz="1275" b="0">
                <a:solidFill>
                  <a:srgbClr val="A5B7BC"/>
                </a:solidFill>
              </a:defRPr>
            </a:lvl4pPr>
            <a:lvl5pPr>
              <a:defRPr sz="1275" b="0">
                <a:solidFill>
                  <a:srgbClr val="A5B7BC"/>
                </a:solidFill>
              </a:defRPr>
            </a:lvl5pPr>
            <a:lvl6pPr>
              <a:defRPr sz="1275" b="0">
                <a:solidFill>
                  <a:srgbClr val="A5B7BC"/>
                </a:solidFill>
              </a:defRPr>
            </a:lvl6pPr>
            <a:lvl7pPr>
              <a:defRPr sz="1275" b="0">
                <a:solidFill>
                  <a:srgbClr val="A5B7BC"/>
                </a:solidFill>
              </a:defRPr>
            </a:lvl7pPr>
            <a:lvl8pPr>
              <a:defRPr sz="1275" b="0">
                <a:solidFill>
                  <a:srgbClr val="A5B7BC"/>
                </a:solidFill>
              </a:defRPr>
            </a:lvl8pPr>
            <a:lvl9pPr>
              <a:defRPr sz="1275" b="0">
                <a:solidFill>
                  <a:srgbClr val="A5B7BC"/>
                </a:solidFill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A5B7BC"/>
                </a:solidFill>
              </a:defRPr>
            </a:pPr>
            <a:r>
              <a:rPr sz="1275" b="0">
                <a:solidFill>
                  <a:srgbClr val="A5B7BC"/>
                </a:solidFill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309F1-74E0-4525-9D73-0A3A219C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47750"/>
            <a:ext cx="1000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B7EF7A"/>
                </a:solidFill>
              </a:defRPr>
            </a:defPPr>
            <a:lvl1pPr>
              <a:defRPr sz="2250" b="1">
                <a:solidFill>
                  <a:srgbClr val="B7EF7A"/>
                </a:solidFill>
              </a:defRPr>
            </a:lvl1pPr>
            <a:lvl2pPr>
              <a:defRPr sz="2250" b="1">
                <a:solidFill>
                  <a:srgbClr val="B7EF7A"/>
                </a:solidFill>
              </a:defRPr>
            </a:lvl2pPr>
            <a:lvl3pPr>
              <a:defRPr sz="2250" b="1">
                <a:solidFill>
                  <a:srgbClr val="B7EF7A"/>
                </a:solidFill>
              </a:defRPr>
            </a:lvl3pPr>
            <a:lvl4pPr>
              <a:defRPr sz="2250" b="1">
                <a:solidFill>
                  <a:srgbClr val="B7EF7A"/>
                </a:solidFill>
              </a:defRPr>
            </a:lvl4pPr>
            <a:lvl5pPr>
              <a:defRPr sz="2250" b="1">
                <a:solidFill>
                  <a:srgbClr val="B7EF7A"/>
                </a:solidFill>
              </a:defRPr>
            </a:lvl5pPr>
            <a:lvl6pPr>
              <a:defRPr sz="2250" b="1">
                <a:solidFill>
                  <a:srgbClr val="B7EF7A"/>
                </a:solidFill>
              </a:defRPr>
            </a:lvl6pPr>
            <a:lvl7pPr>
              <a:defRPr sz="2250" b="1">
                <a:solidFill>
                  <a:srgbClr val="B7EF7A"/>
                </a:solidFill>
              </a:defRPr>
            </a:lvl7pPr>
            <a:lvl8pPr>
              <a:defRPr sz="2250" b="1">
                <a:solidFill>
                  <a:srgbClr val="B7EF7A"/>
                </a:solidFill>
              </a:defRPr>
            </a:lvl8pPr>
            <a:lvl9pPr>
              <a:defRPr sz="2250" b="1">
                <a:solidFill>
                  <a:srgbClr val="B7EF7A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B7EF7A"/>
                </a:solidFill>
              </a:defRPr>
            </a:pPr>
            <a:r>
              <a:rPr sz="2250" b="1">
                <a:solidFill>
                  <a:srgbClr val="B7EF7A"/>
                </a:solidFill>
              </a:rPr>
              <a:t>Hapi i radhës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29CA03-8815-4F9E-94C5-DAAB7B9A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8204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 b="1">
                <a:solidFill>
                  <a:srgbClr val="FFFFFF"/>
                </a:solidFill>
              </a:defRPr>
            </a:defPPr>
            <a:lvl1pPr>
              <a:defRPr sz="4800" b="1">
                <a:solidFill>
                  <a:srgbClr val="FFFFFF"/>
                </a:solidFill>
              </a:defRPr>
            </a:lvl1pPr>
            <a:lvl2pPr>
              <a:defRPr sz="4800" b="1">
                <a:solidFill>
                  <a:srgbClr val="FFFFFF"/>
                </a:solidFill>
              </a:defRPr>
            </a:lvl2pPr>
            <a:lvl3pPr>
              <a:defRPr sz="4800" b="1">
                <a:solidFill>
                  <a:srgbClr val="FFFFFF"/>
                </a:solidFill>
              </a:defRPr>
            </a:lvl3pPr>
            <a:lvl4pPr>
              <a:defRPr sz="4800" b="1">
                <a:solidFill>
                  <a:srgbClr val="FFFFFF"/>
                </a:solidFill>
              </a:defRPr>
            </a:lvl4pPr>
            <a:lvl5pPr>
              <a:defRPr sz="4800" b="1">
                <a:solidFill>
                  <a:srgbClr val="FFFFFF"/>
                </a:solidFill>
              </a:defRPr>
            </a:lvl5pPr>
            <a:lvl6pPr>
              <a:defRPr sz="4800" b="1">
                <a:solidFill>
                  <a:srgbClr val="FFFFFF"/>
                </a:solidFill>
              </a:defRPr>
            </a:lvl6pPr>
            <a:lvl7pPr>
              <a:defRPr sz="4800" b="1">
                <a:solidFill>
                  <a:srgbClr val="FFFFFF"/>
                </a:solidFill>
              </a:defRPr>
            </a:lvl7pPr>
            <a:lvl8pPr>
              <a:defRPr sz="4800" b="1">
                <a:solidFill>
                  <a:srgbClr val="FFFFFF"/>
                </a:solidFill>
              </a:defRPr>
            </a:lvl8pPr>
            <a:lvl9pPr>
              <a:defRPr sz="4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Një prezantim praktik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me ekipin tuaj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75EE2B-7671-43B7-A92A-D84E093B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C8D8DD"/>
                </a:solidFill>
              </a:defRPr>
            </a:defPPr>
            <a:lvl1pPr>
              <a:defRPr sz="2250" b="0">
                <a:solidFill>
                  <a:srgbClr val="C8D8DD"/>
                </a:solidFill>
              </a:defRPr>
            </a:lvl1pPr>
            <a:lvl2pPr>
              <a:defRPr sz="2250" b="0">
                <a:solidFill>
                  <a:srgbClr val="C8D8DD"/>
                </a:solidFill>
              </a:defRPr>
            </a:lvl2pPr>
            <a:lvl3pPr>
              <a:defRPr sz="2250" b="0">
                <a:solidFill>
                  <a:srgbClr val="C8D8DD"/>
                </a:solidFill>
              </a:defRPr>
            </a:lvl3pPr>
            <a:lvl4pPr>
              <a:defRPr sz="2250" b="0">
                <a:solidFill>
                  <a:srgbClr val="C8D8DD"/>
                </a:solidFill>
              </a:defRPr>
            </a:lvl4pPr>
            <a:lvl5pPr>
              <a:defRPr sz="2250" b="0">
                <a:solidFill>
                  <a:srgbClr val="C8D8DD"/>
                </a:solidFill>
              </a:defRPr>
            </a:lvl5pPr>
            <a:lvl6pPr>
              <a:defRPr sz="2250" b="0">
                <a:solidFill>
                  <a:srgbClr val="C8D8DD"/>
                </a:solidFill>
              </a:defRPr>
            </a:lvl6pPr>
            <a:lvl7pPr>
              <a:defRPr sz="2250" b="0">
                <a:solidFill>
                  <a:srgbClr val="C8D8DD"/>
                </a:solidFill>
              </a:defRPr>
            </a:lvl7pPr>
            <a:lvl8pPr>
              <a:defRPr sz="2250" b="0">
                <a:solidFill>
                  <a:srgbClr val="C8D8DD"/>
                </a:solidFill>
              </a:defRPr>
            </a:lvl8pPr>
            <a:lvl9pPr>
              <a:defRPr sz="2250" b="0">
                <a:solidFill>
                  <a:srgbClr val="C8D8DD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C8D8DD"/>
                </a:solidFill>
              </a:defRPr>
            </a:pPr>
            <a:r>
              <a:rPr sz="2250" b="0">
                <a:solidFill>
                  <a:srgbClr val="C8D8DD"/>
                </a:solidFill>
              </a:rPr>
              <a:t>Zgjedhim rrjedhën që ka më shumë rëndësi për klubin.</a:t>
            </a:r>
          </a:p>
          <a:p xmlns:a="http://schemas.openxmlformats.org/drawingml/2006/main">
            <a:pPr>
              <a:defRPr sz="2250" b="0">
                <a:solidFill>
                  <a:srgbClr val="C8D8DD"/>
                </a:solidFill>
              </a:defRPr>
            </a:pPr>
            <a:r>
              <a:rPr sz="2250" b="0">
                <a:solidFill>
                  <a:srgbClr val="C8D8DD"/>
                </a:solidFill>
              </a:rPr>
              <a:t>Pastaj përcaktojmë modulet dhe ofertën.</a:t>
            </a:r>
          </a:p>
        </p:txBody>
      </p:sp>
    </p:spTree>
    <p:extLst>
      <p:ext uri="{BB962C8B-B14F-4D97-AF65-F5344CB8AC3E}">
        <p14:creationId xmlns:p14="http://schemas.microsoft.com/office/powerpoint/2010/main" val="6052524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2026-10-22T12:45:05.1290000Z</dcterms:created>
  <dcterms:modified xsi:type="dcterms:W3CDTF">2026-10-22T12:45:05.1290000Z</dcterms:modified>
</coreProperties>
</file>